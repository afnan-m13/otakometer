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linker Bold" charset="1" panose="02000000000000000000"/>
      <p:regular r:id="rId20"/>
    </p:embeddedFont>
    <p:embeddedFont>
      <p:font typeface="Arimo" charset="1" panose="020B0604020202020204"/>
      <p:regular r:id="rId21"/>
    </p:embeddedFont>
    <p:embeddedFont>
      <p:font typeface="Glacial Indifference Italics" charset="1" panose="00000000000000000000"/>
      <p:regular r:id="rId23"/>
    </p:embeddedFont>
    <p:embeddedFont>
      <p:font typeface="Glacial Indifference Bold" charset="1" panose="00000800000000000000"/>
      <p:regular r:id="rId24"/>
    </p:embeddedFont>
    <p:embeddedFont>
      <p:font typeface="Glacial Indifference Bold Italics" charset="1" panose="000008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28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12" Target="../media/image59.svg" Type="http://schemas.openxmlformats.org/officeDocument/2006/relationships/image"/><Relationship Id="rId13" Target="../media/image60.png" Type="http://schemas.openxmlformats.org/officeDocument/2006/relationships/image"/><Relationship Id="rId14" Target="../media/image61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54.png" Type="http://schemas.openxmlformats.org/officeDocument/2006/relationships/image"/><Relationship Id="rId8" Target="../media/image55.sv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svg" Type="http://schemas.openxmlformats.org/officeDocument/2006/relationships/image"/><Relationship Id="rId12" Target="../media/image69.png" Type="http://schemas.openxmlformats.org/officeDocument/2006/relationships/image"/><Relationship Id="rId13" Target="../media/image70.svg" Type="http://schemas.openxmlformats.org/officeDocument/2006/relationships/image"/><Relationship Id="rId14" Target="../media/image71.png" Type="http://schemas.openxmlformats.org/officeDocument/2006/relationships/image"/><Relationship Id="rId15" Target="../media/image72.svg" Type="http://schemas.openxmlformats.org/officeDocument/2006/relationships/image"/><Relationship Id="rId16" Target="../media/image73.png" Type="http://schemas.openxmlformats.org/officeDocument/2006/relationships/image"/><Relationship Id="rId17" Target="../media/image74.svg" Type="http://schemas.openxmlformats.org/officeDocument/2006/relationships/image"/><Relationship Id="rId18" Target="../media/image75.png" Type="http://schemas.openxmlformats.org/officeDocument/2006/relationships/image"/><Relationship Id="rId19" Target="../media/image76.svg" Type="http://schemas.openxmlformats.org/officeDocument/2006/relationships/image"/><Relationship Id="rId2" Target="../notesSlides/notesSlide10.xml" Type="http://schemas.openxmlformats.org/officeDocument/2006/relationships/notesSlide"/><Relationship Id="rId20" Target="../media/image77.png" Type="http://schemas.openxmlformats.org/officeDocument/2006/relationships/image"/><Relationship Id="rId21" Target="../media/image78.svg" Type="http://schemas.openxmlformats.org/officeDocument/2006/relationships/image"/><Relationship Id="rId22" Target="../media/image79.png" Type="http://schemas.openxmlformats.org/officeDocument/2006/relationships/image"/><Relationship Id="rId23" Target="../media/image80.svg" Type="http://schemas.openxmlformats.org/officeDocument/2006/relationships/image"/><Relationship Id="rId24" Target="../media/image81.png" Type="http://schemas.openxmlformats.org/officeDocument/2006/relationships/image"/><Relationship Id="rId25" Target="../media/image82.svg" Type="http://schemas.openxmlformats.org/officeDocument/2006/relationships/image"/><Relationship Id="rId26" Target="../media/image83.png" Type="http://schemas.openxmlformats.org/officeDocument/2006/relationships/image"/><Relationship Id="rId27" Target="../media/image84.svg" Type="http://schemas.openxmlformats.org/officeDocument/2006/relationships/image"/><Relationship Id="rId28" Target="../media/image85.png" Type="http://schemas.openxmlformats.org/officeDocument/2006/relationships/image"/><Relationship Id="rId29" Target="../media/image86.svg" Type="http://schemas.openxmlformats.org/officeDocument/2006/relationships/image"/><Relationship Id="rId3" Target="../media/image3.png" Type="http://schemas.openxmlformats.org/officeDocument/2006/relationships/image"/><Relationship Id="rId30" Target="../media/image87.png" Type="http://schemas.openxmlformats.org/officeDocument/2006/relationships/image"/><Relationship Id="rId31" Target="../media/image88.svg" Type="http://schemas.openxmlformats.org/officeDocument/2006/relationships/image"/><Relationship Id="rId32" Target="../media/image89.png" Type="http://schemas.openxmlformats.org/officeDocument/2006/relationships/image"/><Relationship Id="rId33" Target="../media/image90.svg" Type="http://schemas.openxmlformats.org/officeDocument/2006/relationships/image"/><Relationship Id="rId34" Target="../media/image91.png" Type="http://schemas.openxmlformats.org/officeDocument/2006/relationships/image"/><Relationship Id="rId35" Target="../media/image92.svg" Type="http://schemas.openxmlformats.org/officeDocument/2006/relationships/image"/><Relationship Id="rId36" Target="../media/image93.png" Type="http://schemas.openxmlformats.org/officeDocument/2006/relationships/image"/><Relationship Id="rId37" Target="../media/image94.svg" Type="http://schemas.openxmlformats.org/officeDocument/2006/relationships/image"/><Relationship Id="rId38" Target="../media/image95.png" Type="http://schemas.openxmlformats.org/officeDocument/2006/relationships/image"/><Relationship Id="rId39" Target="../media/image96.svg" Type="http://schemas.openxmlformats.org/officeDocument/2006/relationships/image"/><Relationship Id="rId4" Target="../media/image4.svg" Type="http://schemas.openxmlformats.org/officeDocument/2006/relationships/image"/><Relationship Id="rId40" Target="../media/image97.png" Type="http://schemas.openxmlformats.org/officeDocument/2006/relationships/image"/><Relationship Id="rId41" Target="../media/image98.sv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65.png" Type="http://schemas.openxmlformats.org/officeDocument/2006/relationships/image"/><Relationship Id="rId9" Target="../media/image6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gif" Type="http://schemas.openxmlformats.org/officeDocument/2006/relationships/image"/><Relationship Id="rId11" Target="../media/image105.gif" Type="http://schemas.openxmlformats.org/officeDocument/2006/relationships/image"/><Relationship Id="rId12" Target="../media/image106.gif" Type="http://schemas.openxmlformats.org/officeDocument/2006/relationships/image"/><Relationship Id="rId13" Target="../media/image107.gif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99.png" Type="http://schemas.openxmlformats.org/officeDocument/2006/relationships/image"/><Relationship Id="rId6" Target="../media/image100.png" Type="http://schemas.openxmlformats.org/officeDocument/2006/relationships/image"/><Relationship Id="rId7" Target="../media/image101.svg" Type="http://schemas.openxmlformats.org/officeDocument/2006/relationships/image"/><Relationship Id="rId8" Target="../media/image102.png" Type="http://schemas.openxmlformats.org/officeDocument/2006/relationships/image"/><Relationship Id="rId9" Target="../media/image10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87262" y="-3827558"/>
            <a:ext cx="25248826" cy="14701342"/>
          </a:xfrm>
          <a:custGeom>
            <a:avLst/>
            <a:gdLst/>
            <a:ahLst/>
            <a:cxnLst/>
            <a:rect r="r" b="b" t="t" l="l"/>
            <a:pathLst>
              <a:path h="14701342" w="25248826">
                <a:moveTo>
                  <a:pt x="0" y="0"/>
                </a:moveTo>
                <a:lnTo>
                  <a:pt x="25248826" y="0"/>
                </a:lnTo>
                <a:lnTo>
                  <a:pt x="25248826" y="14701342"/>
                </a:lnTo>
                <a:lnTo>
                  <a:pt x="0" y="147013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40889" y="1595584"/>
            <a:ext cx="1516979" cy="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488">
            <a:off x="1414526" y="9700825"/>
            <a:ext cx="15429947" cy="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043125" y="2472159"/>
            <a:ext cx="12201750" cy="342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60"/>
              </a:lnSpc>
            </a:pPr>
            <a:r>
              <a:rPr lang="en-US" b="true" sz="11300">
                <a:solidFill>
                  <a:srgbClr val="FFFFFF"/>
                </a:solidFill>
                <a:latin typeface="Blinker Bold"/>
                <a:ea typeface="Blinker Bold"/>
                <a:cs typeface="Blinker Bold"/>
                <a:sym typeface="Blinker Bold"/>
              </a:rPr>
              <a:t>Web Application </a:t>
            </a:r>
            <a:r>
              <a:rPr lang="en-US" b="true" sz="11300">
                <a:solidFill>
                  <a:srgbClr val="72FFFF"/>
                </a:solidFill>
                <a:latin typeface="Blinker Bold"/>
                <a:ea typeface="Blinker Bold"/>
                <a:cs typeface="Blinker Bold"/>
                <a:sym typeface="Blinker Bold"/>
              </a:rPr>
              <a:t>&lt;</a:t>
            </a:r>
            <a:r>
              <a:rPr lang="en-US" b="true" sz="11300">
                <a:solidFill>
                  <a:srgbClr val="72FFDD"/>
                </a:solidFill>
                <a:latin typeface="Blinker Bold"/>
                <a:ea typeface="Blinker Bold"/>
                <a:cs typeface="Blinker Bold"/>
                <a:sym typeface="Blinker Bold"/>
              </a:rPr>
              <a:t>//OTAKO METER//</a:t>
            </a:r>
            <a:r>
              <a:rPr lang="en-US" b="true" sz="11300">
                <a:solidFill>
                  <a:srgbClr val="72FFFF"/>
                </a:solidFill>
                <a:latin typeface="Blinker Bold"/>
                <a:ea typeface="Blinker Bold"/>
                <a:cs typeface="Blinker Bold"/>
                <a:sym typeface="Blinker Bold"/>
              </a:rPr>
              <a:t>&gt;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53370" y="6296079"/>
            <a:ext cx="8581259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81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Prepared by:</a:t>
            </a:r>
          </a:p>
          <a:p>
            <a:pPr algn="ctr">
              <a:lnSpc>
                <a:spcPts val="3375"/>
              </a:lnSpc>
            </a:pPr>
            <a:r>
              <a:rPr lang="en-US" sz="281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Jana Mufti - S21106991</a:t>
            </a:r>
          </a:p>
          <a:p>
            <a:pPr algn="ctr">
              <a:lnSpc>
                <a:spcPts val="3375"/>
              </a:lnSpc>
            </a:pPr>
            <a:r>
              <a:rPr lang="en-US" sz="281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Afnan Kamel - S22208066</a:t>
            </a:r>
          </a:p>
          <a:p>
            <a:pPr algn="ctr">
              <a:lnSpc>
                <a:spcPts val="3375"/>
              </a:lnSpc>
            </a:pPr>
            <a:r>
              <a:rPr lang="en-US" sz="281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Aya Mohammed - S21207588</a:t>
            </a:r>
          </a:p>
          <a:p>
            <a:pPr algn="ctr">
              <a:lnSpc>
                <a:spcPts val="3375"/>
              </a:lnSpc>
            </a:pPr>
            <a:r>
              <a:rPr lang="en-US" sz="281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Afrah Bashaddadah - S22107697</a:t>
            </a:r>
          </a:p>
          <a:p>
            <a:pPr algn="ctr">
              <a:lnSpc>
                <a:spcPts val="3375"/>
              </a:lnSpc>
            </a:pPr>
            <a:r>
              <a:rPr lang="en-US" sz="281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Supervised by: Dr. Mohammad Nauman</a:t>
            </a:r>
          </a:p>
          <a:p>
            <a:pPr algn="ctr">
              <a:lnSpc>
                <a:spcPts val="337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548225" y="1324137"/>
            <a:ext cx="81415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72FFDD"/>
                </a:solidFill>
                <a:latin typeface="Arimo"/>
                <a:ea typeface="Arimo"/>
                <a:cs typeface="Arimo"/>
                <a:sym typeface="Arimo"/>
              </a:rPr>
              <a:t>&lt;CS2111&gt;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30444" y="-447252"/>
            <a:ext cx="25248826" cy="14701342"/>
          </a:xfrm>
          <a:custGeom>
            <a:avLst/>
            <a:gdLst/>
            <a:ahLst/>
            <a:cxnLst/>
            <a:rect r="r" b="b" t="t" l="l"/>
            <a:pathLst>
              <a:path h="14701342" w="25248826">
                <a:moveTo>
                  <a:pt x="0" y="0"/>
                </a:moveTo>
                <a:lnTo>
                  <a:pt x="25248826" y="0"/>
                </a:lnTo>
                <a:lnTo>
                  <a:pt x="25248826" y="14701342"/>
                </a:lnTo>
                <a:lnTo>
                  <a:pt x="0" y="147013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6350">
            <a:off x="16790311" y="1586059"/>
            <a:ext cx="1516979" cy="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6350">
            <a:off x="-19089" y="1586059"/>
            <a:ext cx="1516979" cy="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488">
            <a:off x="1414526" y="9700825"/>
            <a:ext cx="15429947" cy="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343233" y="7086600"/>
            <a:ext cx="2595585" cy="2307711"/>
          </a:xfrm>
          <a:custGeom>
            <a:avLst/>
            <a:gdLst/>
            <a:ahLst/>
            <a:cxnLst/>
            <a:rect r="r" b="b" t="t" l="l"/>
            <a:pathLst>
              <a:path h="2307711" w="2595585">
                <a:moveTo>
                  <a:pt x="0" y="0"/>
                </a:moveTo>
                <a:lnTo>
                  <a:pt x="2595584" y="0"/>
                </a:lnTo>
                <a:lnTo>
                  <a:pt x="2595584" y="2307711"/>
                </a:lnTo>
                <a:lnTo>
                  <a:pt x="0" y="23077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19525" y="981475"/>
            <a:ext cx="1949193" cy="1392787"/>
          </a:xfrm>
          <a:custGeom>
            <a:avLst/>
            <a:gdLst/>
            <a:ahLst/>
            <a:cxnLst/>
            <a:rect r="r" b="b" t="t" l="l"/>
            <a:pathLst>
              <a:path h="1392787" w="1949193">
                <a:moveTo>
                  <a:pt x="0" y="0"/>
                </a:moveTo>
                <a:lnTo>
                  <a:pt x="1949193" y="0"/>
                </a:lnTo>
                <a:lnTo>
                  <a:pt x="1949193" y="1392787"/>
                </a:lnTo>
                <a:lnTo>
                  <a:pt x="0" y="13927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019525" y="6903419"/>
            <a:ext cx="1881052" cy="2168928"/>
          </a:xfrm>
          <a:custGeom>
            <a:avLst/>
            <a:gdLst/>
            <a:ahLst/>
            <a:cxnLst/>
            <a:rect r="r" b="b" t="t" l="l"/>
            <a:pathLst>
              <a:path h="2168928" w="1881052">
                <a:moveTo>
                  <a:pt x="0" y="0"/>
                </a:moveTo>
                <a:lnTo>
                  <a:pt x="1881052" y="0"/>
                </a:lnTo>
                <a:lnTo>
                  <a:pt x="1881052" y="2168929"/>
                </a:lnTo>
                <a:lnTo>
                  <a:pt x="0" y="21689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97650" y="3007694"/>
            <a:ext cx="16198500" cy="389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i="true">
                <a:solidFill>
                  <a:srgbClr val="72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(OTAKU METER) </a:t>
            </a:r>
            <a:r>
              <a:rPr lang="en-US" sz="4271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is a user-friendly website designed for anime fans. Our platform makes it simple to explore, track,</a:t>
            </a:r>
            <a:r>
              <a:rPr lang="en-US" sz="4271" i="true">
                <a:solidFill>
                  <a:srgbClr val="72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 and engage with your favorite anime content. Whether you're looking for new anime to watch, want to keep track of your watchlist, </a:t>
            </a:r>
            <a:r>
              <a:rPr lang="en-US" sz="4271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or share your thoughts through ratings and comments, </a:t>
            </a:r>
            <a:r>
              <a:rPr lang="en-US" sz="4271" i="true">
                <a:solidFill>
                  <a:srgbClr val="72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OTAKU METER provides all these features in one place.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19525" y="971950"/>
            <a:ext cx="1224915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19"/>
              </a:lnSpc>
            </a:pPr>
            <a:r>
              <a:rPr lang="en-US" b="true" sz="8099">
                <a:solidFill>
                  <a:srgbClr val="82DDD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(Introduction)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41025" y="1011250"/>
            <a:ext cx="1116150" cy="89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00"/>
              </a:lnSpc>
            </a:pPr>
            <a:r>
              <a:rPr lang="en-US" b="true" sz="6000">
                <a:solidFill>
                  <a:srgbClr val="72FFDD"/>
                </a:solidFill>
                <a:latin typeface="Blinker Bold"/>
                <a:ea typeface="Blinker Bold"/>
                <a:cs typeface="Blinker Bold"/>
                <a:sym typeface="Blinker Bold"/>
              </a:rPr>
              <a:t>//</a:t>
            </a:r>
            <a:r>
              <a:rPr lang="en-US" b="true" sz="6000">
                <a:solidFill>
                  <a:srgbClr val="72FFFF"/>
                </a:solidFill>
                <a:latin typeface="Blinker Bold"/>
                <a:ea typeface="Blinker Bold"/>
                <a:cs typeface="Blinker Bold"/>
                <a:sym typeface="Blinker Bold"/>
              </a:rPr>
              <a:t>&gt;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1425" y="1011250"/>
            <a:ext cx="1116150" cy="89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>
                <a:solidFill>
                  <a:srgbClr val="72FFFF"/>
                </a:solidFill>
                <a:latin typeface="Blinker Bold"/>
                <a:ea typeface="Blinker Bold"/>
                <a:cs typeface="Blinker Bold"/>
                <a:sym typeface="Blinker Bold"/>
              </a:rPr>
              <a:t>&lt;</a:t>
            </a:r>
            <a:r>
              <a:rPr lang="en-US" b="true" sz="6000">
                <a:solidFill>
                  <a:srgbClr val="72FFDD"/>
                </a:solidFill>
                <a:latin typeface="Blinker Bold"/>
                <a:ea typeface="Blinker Bold"/>
                <a:cs typeface="Blinker Bold"/>
                <a:sym typeface="Blinker Bold"/>
              </a:rPr>
              <a:t>//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62070" y="-2506741"/>
            <a:ext cx="25248826" cy="14701342"/>
          </a:xfrm>
          <a:custGeom>
            <a:avLst/>
            <a:gdLst/>
            <a:ahLst/>
            <a:cxnLst/>
            <a:rect r="r" b="b" t="t" l="l"/>
            <a:pathLst>
              <a:path h="14701342" w="25248826">
                <a:moveTo>
                  <a:pt x="0" y="0"/>
                </a:moveTo>
                <a:lnTo>
                  <a:pt x="25248826" y="0"/>
                </a:lnTo>
                <a:lnTo>
                  <a:pt x="25248826" y="14701342"/>
                </a:lnTo>
                <a:lnTo>
                  <a:pt x="0" y="147013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04792" y="1388033"/>
            <a:ext cx="4078416" cy="4449386"/>
          </a:xfrm>
          <a:custGeom>
            <a:avLst/>
            <a:gdLst/>
            <a:ahLst/>
            <a:cxnLst/>
            <a:rect r="r" b="b" t="t" l="l"/>
            <a:pathLst>
              <a:path h="4449386" w="4078416">
                <a:moveTo>
                  <a:pt x="0" y="0"/>
                </a:moveTo>
                <a:lnTo>
                  <a:pt x="4078416" y="0"/>
                </a:lnTo>
                <a:lnTo>
                  <a:pt x="4078416" y="4449385"/>
                </a:lnTo>
                <a:lnTo>
                  <a:pt x="0" y="4449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96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77886" y="5880187"/>
            <a:ext cx="2093195" cy="3317745"/>
          </a:xfrm>
          <a:custGeom>
            <a:avLst/>
            <a:gdLst/>
            <a:ahLst/>
            <a:cxnLst/>
            <a:rect r="r" b="b" t="t" l="l"/>
            <a:pathLst>
              <a:path h="3317745" w="2093195">
                <a:moveTo>
                  <a:pt x="0" y="0"/>
                </a:moveTo>
                <a:lnTo>
                  <a:pt x="2093195" y="0"/>
                </a:lnTo>
                <a:lnTo>
                  <a:pt x="2093195" y="3317745"/>
                </a:lnTo>
                <a:lnTo>
                  <a:pt x="0" y="33177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7452" y="1526161"/>
            <a:ext cx="4691248" cy="3454465"/>
          </a:xfrm>
          <a:custGeom>
            <a:avLst/>
            <a:gdLst/>
            <a:ahLst/>
            <a:cxnLst/>
            <a:rect r="r" b="b" t="t" l="l"/>
            <a:pathLst>
              <a:path h="3454465" w="4691248">
                <a:moveTo>
                  <a:pt x="0" y="0"/>
                </a:moveTo>
                <a:lnTo>
                  <a:pt x="4691248" y="0"/>
                </a:lnTo>
                <a:lnTo>
                  <a:pt x="4691248" y="3454464"/>
                </a:lnTo>
                <a:lnTo>
                  <a:pt x="0" y="3454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14550" y="366862"/>
            <a:ext cx="1341967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b="true" sz="5100">
                <a:solidFill>
                  <a:srgbClr val="72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(USER AUTHENTICATION SYSTEM)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642891" y="217223"/>
            <a:ext cx="3505804" cy="4626707"/>
          </a:xfrm>
          <a:custGeom>
            <a:avLst/>
            <a:gdLst/>
            <a:ahLst/>
            <a:cxnLst/>
            <a:rect r="r" b="b" t="t" l="l"/>
            <a:pathLst>
              <a:path h="4626707" w="3505804">
                <a:moveTo>
                  <a:pt x="0" y="0"/>
                </a:moveTo>
                <a:lnTo>
                  <a:pt x="3505804" y="0"/>
                </a:lnTo>
                <a:lnTo>
                  <a:pt x="3505804" y="4626707"/>
                </a:lnTo>
                <a:lnTo>
                  <a:pt x="0" y="46267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89772" y="5143500"/>
            <a:ext cx="3544450" cy="4791119"/>
          </a:xfrm>
          <a:custGeom>
            <a:avLst/>
            <a:gdLst/>
            <a:ahLst/>
            <a:cxnLst/>
            <a:rect r="r" b="b" t="t" l="l"/>
            <a:pathLst>
              <a:path h="4791119" w="3544450">
                <a:moveTo>
                  <a:pt x="0" y="0"/>
                </a:moveTo>
                <a:lnTo>
                  <a:pt x="3544450" y="0"/>
                </a:lnTo>
                <a:lnTo>
                  <a:pt x="3544450" y="4791119"/>
                </a:lnTo>
                <a:lnTo>
                  <a:pt x="0" y="47911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391638" y="1526161"/>
            <a:ext cx="3042823" cy="3042823"/>
          </a:xfrm>
          <a:custGeom>
            <a:avLst/>
            <a:gdLst/>
            <a:ahLst/>
            <a:cxnLst/>
            <a:rect r="r" b="b" t="t" l="l"/>
            <a:pathLst>
              <a:path h="3042823" w="3042823">
                <a:moveTo>
                  <a:pt x="0" y="0"/>
                </a:moveTo>
                <a:lnTo>
                  <a:pt x="3042823" y="0"/>
                </a:lnTo>
                <a:lnTo>
                  <a:pt x="3042823" y="3042822"/>
                </a:lnTo>
                <a:lnTo>
                  <a:pt x="0" y="30428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90604" y="6068014"/>
            <a:ext cx="9656194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33753" indent="-516877" lvl="1">
              <a:lnSpc>
                <a:spcPts val="5745"/>
              </a:lnSpc>
              <a:buFont typeface="Arial"/>
              <a:buChar char="•"/>
            </a:pPr>
            <a:r>
              <a:rPr lang="en-US" sz="4788" i="true">
                <a:solidFill>
                  <a:srgbClr val="6AC9CB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User registration with validation</a:t>
            </a:r>
          </a:p>
          <a:p>
            <a:pPr algn="just" marL="1033753" indent="-516877" lvl="1">
              <a:lnSpc>
                <a:spcPts val="5745"/>
              </a:lnSpc>
              <a:buFont typeface="Arial"/>
              <a:buChar char="•"/>
            </a:pPr>
            <a:r>
              <a:rPr lang="en-US" sz="4788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Secure login system</a:t>
            </a:r>
          </a:p>
          <a:p>
            <a:pPr algn="just" marL="1033753" indent="-516877" lvl="1">
              <a:lnSpc>
                <a:spcPts val="5745"/>
              </a:lnSpc>
              <a:buFont typeface="Arial"/>
              <a:buChar char="•"/>
            </a:pPr>
            <a:r>
              <a:rPr lang="en-US" sz="4788" i="true">
                <a:solidFill>
                  <a:srgbClr val="6AC9CB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Password hashing</a:t>
            </a:r>
          </a:p>
          <a:p>
            <a:pPr algn="just" marL="1033753" indent="-516877" lvl="1">
              <a:lnSpc>
                <a:spcPts val="5745"/>
              </a:lnSpc>
              <a:buFont typeface="Arial"/>
              <a:buChar char="•"/>
            </a:pPr>
            <a:r>
              <a:rPr lang="en-US" sz="4788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Profile update functionality</a:t>
            </a:r>
          </a:p>
          <a:p>
            <a:pPr algn="just" marL="1033753" indent="-516877" lvl="1">
              <a:lnSpc>
                <a:spcPts val="5745"/>
              </a:lnSpc>
              <a:buFont typeface="Arial"/>
              <a:buChar char="•"/>
            </a:pPr>
            <a:r>
              <a:rPr lang="en-US" sz="4788" i="true">
                <a:solidFill>
                  <a:srgbClr val="6AC9CB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Error handling and feedback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1424" y="-447252"/>
            <a:ext cx="25248826" cy="14701342"/>
          </a:xfrm>
          <a:custGeom>
            <a:avLst/>
            <a:gdLst/>
            <a:ahLst/>
            <a:cxnLst/>
            <a:rect r="r" b="b" t="t" l="l"/>
            <a:pathLst>
              <a:path h="14701342" w="25248826">
                <a:moveTo>
                  <a:pt x="0" y="0"/>
                </a:moveTo>
                <a:lnTo>
                  <a:pt x="25248826" y="0"/>
                </a:lnTo>
                <a:lnTo>
                  <a:pt x="25248826" y="14701342"/>
                </a:lnTo>
                <a:lnTo>
                  <a:pt x="0" y="147013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6350">
            <a:off x="16790311" y="1586059"/>
            <a:ext cx="1516979" cy="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6350">
            <a:off x="-19089" y="1586059"/>
            <a:ext cx="1516979" cy="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11779">
            <a:off x="5724967" y="9700825"/>
            <a:ext cx="11119565" cy="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86350">
            <a:off x="16790311" y="1586059"/>
            <a:ext cx="1516979" cy="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86350">
            <a:off x="-19089" y="1586059"/>
            <a:ext cx="1516979" cy="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39585" y="2053988"/>
            <a:ext cx="17104676" cy="1111804"/>
          </a:xfrm>
          <a:custGeom>
            <a:avLst/>
            <a:gdLst/>
            <a:ahLst/>
            <a:cxnLst/>
            <a:rect r="r" b="b" t="t" l="l"/>
            <a:pathLst>
              <a:path h="1111804" w="17104676">
                <a:moveTo>
                  <a:pt x="0" y="0"/>
                </a:moveTo>
                <a:lnTo>
                  <a:pt x="17104676" y="0"/>
                </a:lnTo>
                <a:lnTo>
                  <a:pt x="17104676" y="1111804"/>
                </a:lnTo>
                <a:lnTo>
                  <a:pt x="0" y="1111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637280" y="8245157"/>
            <a:ext cx="5020079" cy="1013143"/>
          </a:xfrm>
          <a:custGeom>
            <a:avLst/>
            <a:gdLst/>
            <a:ahLst/>
            <a:cxnLst/>
            <a:rect r="r" b="b" t="t" l="l"/>
            <a:pathLst>
              <a:path h="1013143" w="5020079">
                <a:moveTo>
                  <a:pt x="0" y="0"/>
                </a:moveTo>
                <a:lnTo>
                  <a:pt x="5020080" y="0"/>
                </a:lnTo>
                <a:lnTo>
                  <a:pt x="5020080" y="1013143"/>
                </a:lnTo>
                <a:lnTo>
                  <a:pt x="0" y="10131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47135" y="3345328"/>
            <a:ext cx="2286039" cy="3827889"/>
          </a:xfrm>
          <a:custGeom>
            <a:avLst/>
            <a:gdLst/>
            <a:ahLst/>
            <a:cxnLst/>
            <a:rect r="r" b="b" t="t" l="l"/>
            <a:pathLst>
              <a:path h="3827889" w="2286039">
                <a:moveTo>
                  <a:pt x="0" y="0"/>
                </a:moveTo>
                <a:lnTo>
                  <a:pt x="2286039" y="0"/>
                </a:lnTo>
                <a:lnTo>
                  <a:pt x="2286039" y="3827890"/>
                </a:lnTo>
                <a:lnTo>
                  <a:pt x="0" y="38278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237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93676" y="3726432"/>
            <a:ext cx="3591647" cy="2834136"/>
          </a:xfrm>
          <a:custGeom>
            <a:avLst/>
            <a:gdLst/>
            <a:ahLst/>
            <a:cxnLst/>
            <a:rect r="r" b="b" t="t" l="l"/>
            <a:pathLst>
              <a:path h="2834136" w="3591647">
                <a:moveTo>
                  <a:pt x="0" y="0"/>
                </a:moveTo>
                <a:lnTo>
                  <a:pt x="3591648" y="0"/>
                </a:lnTo>
                <a:lnTo>
                  <a:pt x="3591648" y="2834136"/>
                </a:lnTo>
                <a:lnTo>
                  <a:pt x="0" y="28341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143916" y="4057030"/>
            <a:ext cx="2846389" cy="2846389"/>
          </a:xfrm>
          <a:custGeom>
            <a:avLst/>
            <a:gdLst/>
            <a:ahLst/>
            <a:cxnLst/>
            <a:rect r="r" b="b" t="t" l="l"/>
            <a:pathLst>
              <a:path h="2846389" w="2846389">
                <a:moveTo>
                  <a:pt x="0" y="0"/>
                </a:moveTo>
                <a:lnTo>
                  <a:pt x="2846389" y="0"/>
                </a:lnTo>
                <a:lnTo>
                  <a:pt x="2846389" y="2846389"/>
                </a:lnTo>
                <a:lnTo>
                  <a:pt x="0" y="28463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604589" y="3411268"/>
            <a:ext cx="4105541" cy="3696011"/>
          </a:xfrm>
          <a:custGeom>
            <a:avLst/>
            <a:gdLst/>
            <a:ahLst/>
            <a:cxnLst/>
            <a:rect r="r" b="b" t="t" l="l"/>
            <a:pathLst>
              <a:path h="3696011" w="4105541">
                <a:moveTo>
                  <a:pt x="0" y="0"/>
                </a:moveTo>
                <a:lnTo>
                  <a:pt x="4105541" y="0"/>
                </a:lnTo>
                <a:lnTo>
                  <a:pt x="4105541" y="3696010"/>
                </a:lnTo>
                <a:lnTo>
                  <a:pt x="0" y="36960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19525" y="1114150"/>
            <a:ext cx="1224915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b="true" sz="5400">
                <a:solidFill>
                  <a:srgbClr val="72FFD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(Navigation Bar and Search Functions)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41025" y="1011250"/>
            <a:ext cx="1116150" cy="89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00"/>
              </a:lnSpc>
            </a:pPr>
            <a:r>
              <a:rPr lang="en-US" b="true" sz="6000">
                <a:solidFill>
                  <a:srgbClr val="72FFDD"/>
                </a:solidFill>
                <a:latin typeface="Blinker Bold"/>
                <a:ea typeface="Blinker Bold"/>
                <a:cs typeface="Blinker Bold"/>
                <a:sym typeface="Blinker Bold"/>
              </a:rPr>
              <a:t>//</a:t>
            </a:r>
            <a:r>
              <a:rPr lang="en-US" b="true" sz="6000">
                <a:solidFill>
                  <a:srgbClr val="72FFFF"/>
                </a:solidFill>
                <a:latin typeface="Blinker Bold"/>
                <a:ea typeface="Blinker Bold"/>
                <a:cs typeface="Blinker Bold"/>
                <a:sym typeface="Blinker Bold"/>
              </a:rPr>
              <a:t>&gt;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1425" y="1011250"/>
            <a:ext cx="1116150" cy="89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>
                <a:solidFill>
                  <a:srgbClr val="72FFFF"/>
                </a:solidFill>
                <a:latin typeface="Blinker Bold"/>
                <a:ea typeface="Blinker Bold"/>
                <a:cs typeface="Blinker Bold"/>
                <a:sym typeface="Blinker Bold"/>
              </a:rPr>
              <a:t>&lt;</a:t>
            </a:r>
            <a:r>
              <a:rPr lang="en-US" b="true" sz="6000">
                <a:solidFill>
                  <a:srgbClr val="72FFDD"/>
                </a:solidFill>
                <a:latin typeface="Blinker Bold"/>
                <a:ea typeface="Blinker Bold"/>
                <a:cs typeface="Blinker Bold"/>
                <a:sym typeface="Blinker Bold"/>
              </a:rPr>
              <a:t>//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4771" y="7467872"/>
            <a:ext cx="15854329" cy="358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8502" indent="-444251" lvl="1">
              <a:lnSpc>
                <a:spcPts val="4938"/>
              </a:lnSpc>
              <a:buAutoNum type="arabicPeriod" startAt="1"/>
            </a:pPr>
            <a:r>
              <a:rPr lang="en-US" sz="4115" i="true">
                <a:solidFill>
                  <a:srgbClr val="6AC9CB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Navigation Menu: Home, Top 10, Series, Movies, Watchlist, Contact.</a:t>
            </a:r>
          </a:p>
          <a:p>
            <a:pPr algn="l" marL="888502" indent="-444251" lvl="1">
              <a:lnSpc>
                <a:spcPts val="4938"/>
              </a:lnSpc>
              <a:buAutoNum type="arabicPeriod" startAt="1"/>
            </a:pPr>
            <a:r>
              <a:rPr lang="en-US" sz="4115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User Profile: Show info, Logout.</a:t>
            </a:r>
          </a:p>
          <a:p>
            <a:pPr algn="l" marL="888502" indent="-444251" lvl="1">
              <a:lnSpc>
                <a:spcPts val="4938"/>
              </a:lnSpc>
              <a:buAutoNum type="arabicPeriod" startAt="1"/>
            </a:pPr>
            <a:r>
              <a:rPr lang="en-US" sz="4115" i="true">
                <a:solidFill>
                  <a:srgbClr val="6AC9CB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Search: Toggle, Clear Input, Real-time.</a:t>
            </a:r>
          </a:p>
          <a:p>
            <a:pPr algn="l">
              <a:lnSpc>
                <a:spcPts val="4938"/>
              </a:lnSpc>
            </a:pPr>
          </a:p>
          <a:p>
            <a:pPr algn="ctr">
              <a:lnSpc>
                <a:spcPts val="4271"/>
              </a:lnSpc>
            </a:pPr>
          </a:p>
          <a:p>
            <a:pPr algn="ctr">
              <a:lnSpc>
                <a:spcPts val="427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08409" y="5506"/>
            <a:ext cx="7979591" cy="2723035"/>
          </a:xfrm>
          <a:custGeom>
            <a:avLst/>
            <a:gdLst/>
            <a:ahLst/>
            <a:cxnLst/>
            <a:rect r="r" b="b" t="t" l="l"/>
            <a:pathLst>
              <a:path h="2723035" w="7979591">
                <a:moveTo>
                  <a:pt x="0" y="0"/>
                </a:moveTo>
                <a:lnTo>
                  <a:pt x="7979591" y="0"/>
                </a:lnTo>
                <a:lnTo>
                  <a:pt x="7979591" y="2723035"/>
                </a:lnTo>
                <a:lnTo>
                  <a:pt x="0" y="27230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30337" y="3140123"/>
            <a:ext cx="8121432" cy="3400850"/>
          </a:xfrm>
          <a:custGeom>
            <a:avLst/>
            <a:gdLst/>
            <a:ahLst/>
            <a:cxnLst/>
            <a:rect r="r" b="b" t="t" l="l"/>
            <a:pathLst>
              <a:path h="3400850" w="8121432">
                <a:moveTo>
                  <a:pt x="0" y="0"/>
                </a:moveTo>
                <a:lnTo>
                  <a:pt x="8121433" y="0"/>
                </a:lnTo>
                <a:lnTo>
                  <a:pt x="8121433" y="3400850"/>
                </a:lnTo>
                <a:lnTo>
                  <a:pt x="0" y="340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30337" y="6952555"/>
            <a:ext cx="8157663" cy="3334445"/>
          </a:xfrm>
          <a:custGeom>
            <a:avLst/>
            <a:gdLst/>
            <a:ahLst/>
            <a:cxnLst/>
            <a:rect r="r" b="b" t="t" l="l"/>
            <a:pathLst>
              <a:path h="3334445" w="8157663">
                <a:moveTo>
                  <a:pt x="0" y="0"/>
                </a:moveTo>
                <a:lnTo>
                  <a:pt x="8157663" y="0"/>
                </a:lnTo>
                <a:lnTo>
                  <a:pt x="8157663" y="3334445"/>
                </a:lnTo>
                <a:lnTo>
                  <a:pt x="0" y="33344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6772" y="6952555"/>
            <a:ext cx="7993390" cy="3117422"/>
          </a:xfrm>
          <a:custGeom>
            <a:avLst/>
            <a:gdLst/>
            <a:ahLst/>
            <a:cxnLst/>
            <a:rect r="r" b="b" t="t" l="l"/>
            <a:pathLst>
              <a:path h="3117422" w="7993390">
                <a:moveTo>
                  <a:pt x="0" y="0"/>
                </a:moveTo>
                <a:lnTo>
                  <a:pt x="7993391" y="0"/>
                </a:lnTo>
                <a:lnTo>
                  <a:pt x="7993391" y="3117423"/>
                </a:lnTo>
                <a:lnTo>
                  <a:pt x="0" y="3117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79986" y="38993"/>
            <a:ext cx="1846263" cy="1846263"/>
          </a:xfrm>
          <a:custGeom>
            <a:avLst/>
            <a:gdLst/>
            <a:ahLst/>
            <a:cxnLst/>
            <a:rect r="r" b="b" t="t" l="l"/>
            <a:pathLst>
              <a:path h="1846263" w="1846263">
                <a:moveTo>
                  <a:pt x="0" y="0"/>
                </a:moveTo>
                <a:lnTo>
                  <a:pt x="1846263" y="0"/>
                </a:lnTo>
                <a:lnTo>
                  <a:pt x="1846263" y="1846262"/>
                </a:lnTo>
                <a:lnTo>
                  <a:pt x="0" y="18462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9243" y="1885255"/>
            <a:ext cx="9839218" cy="484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72"/>
              </a:lnSpc>
            </a:pPr>
            <a:r>
              <a:rPr lang="en-US" b="true" sz="2977" i="true">
                <a:solidFill>
                  <a:srgbClr val="6AC9CB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Featured Anime Showcase</a:t>
            </a:r>
          </a:p>
          <a:p>
            <a:pPr algn="just" marL="515576" indent="-257788" lvl="1">
              <a:lnSpc>
                <a:spcPts val="2865"/>
              </a:lnSpc>
              <a:buFont typeface="Arial"/>
              <a:buChar char="•"/>
            </a:pPr>
            <a:r>
              <a:rPr lang="en-US" sz="2388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Large banner highlighting a featured anime with title overlay.</a:t>
            </a:r>
          </a:p>
          <a:p>
            <a:pPr algn="just">
              <a:lnSpc>
                <a:spcPts val="3454"/>
              </a:lnSpc>
            </a:pPr>
            <a:r>
              <a:rPr lang="en-US" b="true" sz="2878" i="true">
                <a:solidFill>
                  <a:srgbClr val="6AC9CB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Top Rated Shows</a:t>
            </a:r>
          </a:p>
          <a:p>
            <a:pPr algn="just" marL="515576" indent="-257788" lvl="1">
              <a:lnSpc>
                <a:spcPts val="2865"/>
              </a:lnSpc>
              <a:buFont typeface="Arial"/>
              <a:buChar char="•"/>
            </a:pPr>
            <a:r>
              <a:rPr lang="en-US" sz="2388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Section showcasing the week’s highest-rated anime.</a:t>
            </a:r>
          </a:p>
          <a:p>
            <a:pPr algn="just" marL="515576" indent="-257788" lvl="1">
              <a:lnSpc>
                <a:spcPts val="2865"/>
              </a:lnSpc>
              <a:buFont typeface="Arial"/>
              <a:buChar char="•"/>
            </a:pPr>
            <a:r>
              <a:rPr lang="en-US" sz="2388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Cards include thumbnails, titles, scores, and "Add to Watchlist" buttons.</a:t>
            </a:r>
          </a:p>
          <a:p>
            <a:pPr algn="just">
              <a:lnSpc>
                <a:spcPts val="3101"/>
              </a:lnSpc>
            </a:pPr>
            <a:r>
              <a:rPr lang="en-US" b="true" sz="2584" i="true">
                <a:solidFill>
                  <a:srgbClr val="6AC9CB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Latest Series and Movies</a:t>
            </a:r>
          </a:p>
          <a:p>
            <a:pPr algn="just" marL="515576" indent="-257788" lvl="1">
              <a:lnSpc>
                <a:spcPts val="2865"/>
              </a:lnSpc>
              <a:buFont typeface="Arial"/>
              <a:buChar char="•"/>
            </a:pPr>
            <a:r>
              <a:rPr lang="en-US" sz="2388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Sections for newly updated series and movies.</a:t>
            </a:r>
          </a:p>
          <a:p>
            <a:pPr algn="just" marL="515576" indent="-257788" lvl="1">
              <a:lnSpc>
                <a:spcPts val="2865"/>
              </a:lnSpc>
              <a:buFont typeface="Arial"/>
              <a:buChar char="•"/>
            </a:pPr>
            <a:r>
              <a:rPr lang="en-US" sz="2388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Consistent card design with thumbnails, scores, and watchlist functionality.</a:t>
            </a:r>
          </a:p>
          <a:p>
            <a:pPr algn="just">
              <a:lnSpc>
                <a:spcPts val="2983"/>
              </a:lnSpc>
            </a:pPr>
            <a:r>
              <a:rPr lang="en-US" b="true" sz="2486" i="true">
                <a:solidFill>
                  <a:srgbClr val="6AC9CB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Browse by Categories</a:t>
            </a:r>
          </a:p>
          <a:p>
            <a:pPr algn="just" marL="515576" indent="-257788" lvl="1">
              <a:lnSpc>
                <a:spcPts val="2865"/>
              </a:lnSpc>
              <a:buFont typeface="Arial"/>
              <a:buChar char="•"/>
            </a:pPr>
            <a:r>
              <a:rPr lang="en-US" sz="2388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Explore content by type (e.g., Series, Movies).</a:t>
            </a:r>
          </a:p>
          <a:p>
            <a:pPr algn="just" marL="515576" indent="-257788" lvl="1">
              <a:lnSpc>
                <a:spcPts val="2865"/>
              </a:lnSpc>
              <a:buFont typeface="Arial"/>
              <a:buChar char="•"/>
            </a:pPr>
            <a:r>
              <a:rPr lang="en-US" sz="2388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Includes a "View More" card for easy access to full lists.</a:t>
            </a:r>
          </a:p>
          <a:p>
            <a:pPr algn="just">
              <a:lnSpc>
                <a:spcPts val="286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-1030948" y="253763"/>
            <a:ext cx="9963810" cy="111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82"/>
              </a:lnSpc>
            </a:pPr>
            <a:r>
              <a:rPr lang="en-US" b="true" sz="7318">
                <a:solidFill>
                  <a:srgbClr val="82DDD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(Home Page)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17743" y="-4075169"/>
            <a:ext cx="25248826" cy="14701342"/>
          </a:xfrm>
          <a:custGeom>
            <a:avLst/>
            <a:gdLst/>
            <a:ahLst/>
            <a:cxnLst/>
            <a:rect r="r" b="b" t="t" l="l"/>
            <a:pathLst>
              <a:path h="14701342" w="25248826">
                <a:moveTo>
                  <a:pt x="0" y="0"/>
                </a:moveTo>
                <a:lnTo>
                  <a:pt x="25248826" y="0"/>
                </a:lnTo>
                <a:lnTo>
                  <a:pt x="25248826" y="14701342"/>
                </a:lnTo>
                <a:lnTo>
                  <a:pt x="0" y="147013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7353301" y="1328924"/>
            <a:ext cx="1516500" cy="3810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43901" y="1328924"/>
            <a:ext cx="1516500" cy="3810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977301" y="9443690"/>
            <a:ext cx="15429900" cy="3810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935162" y="2554653"/>
            <a:ext cx="8432401" cy="1812966"/>
          </a:xfrm>
          <a:custGeom>
            <a:avLst/>
            <a:gdLst/>
            <a:ahLst/>
            <a:cxnLst/>
            <a:rect r="r" b="b" t="t" l="l"/>
            <a:pathLst>
              <a:path h="1812966" w="8432401">
                <a:moveTo>
                  <a:pt x="0" y="0"/>
                </a:moveTo>
                <a:lnTo>
                  <a:pt x="8432401" y="0"/>
                </a:lnTo>
                <a:lnTo>
                  <a:pt x="8432401" y="1812966"/>
                </a:lnTo>
                <a:lnTo>
                  <a:pt x="0" y="18129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99163" y="5596262"/>
            <a:ext cx="8168400" cy="3327660"/>
          </a:xfrm>
          <a:custGeom>
            <a:avLst/>
            <a:gdLst/>
            <a:ahLst/>
            <a:cxnLst/>
            <a:rect r="r" b="b" t="t" l="l"/>
            <a:pathLst>
              <a:path h="3327660" w="8168400">
                <a:moveTo>
                  <a:pt x="0" y="0"/>
                </a:moveTo>
                <a:lnTo>
                  <a:pt x="8168400" y="0"/>
                </a:lnTo>
                <a:lnTo>
                  <a:pt x="8168400" y="3327660"/>
                </a:lnTo>
                <a:lnTo>
                  <a:pt x="0" y="33276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008" r="0" b="-200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7513" y="2175954"/>
            <a:ext cx="3846707" cy="1636599"/>
          </a:xfrm>
          <a:custGeom>
            <a:avLst/>
            <a:gdLst/>
            <a:ahLst/>
            <a:cxnLst/>
            <a:rect r="r" b="b" t="t" l="l"/>
            <a:pathLst>
              <a:path h="1636599" w="3846707">
                <a:moveTo>
                  <a:pt x="0" y="0"/>
                </a:moveTo>
                <a:lnTo>
                  <a:pt x="3846707" y="0"/>
                </a:lnTo>
                <a:lnTo>
                  <a:pt x="3846707" y="1636599"/>
                </a:lnTo>
                <a:lnTo>
                  <a:pt x="0" y="16365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7513" y="7287323"/>
            <a:ext cx="3846707" cy="1636599"/>
          </a:xfrm>
          <a:custGeom>
            <a:avLst/>
            <a:gdLst/>
            <a:ahLst/>
            <a:cxnLst/>
            <a:rect r="r" b="b" t="t" l="l"/>
            <a:pathLst>
              <a:path h="1636599" w="3846707">
                <a:moveTo>
                  <a:pt x="0" y="0"/>
                </a:moveTo>
                <a:lnTo>
                  <a:pt x="3846707" y="0"/>
                </a:lnTo>
                <a:lnTo>
                  <a:pt x="3846707" y="1636599"/>
                </a:lnTo>
                <a:lnTo>
                  <a:pt x="0" y="16365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182489" y="4019271"/>
            <a:ext cx="8558676" cy="430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2102" indent="-431051" lvl="1">
              <a:lnSpc>
                <a:spcPts val="4791"/>
              </a:lnSpc>
              <a:buAutoNum type="arabicPeriod" startAt="1"/>
            </a:pPr>
            <a:r>
              <a:rPr lang="en-US" sz="3993" i="true">
                <a:solidFill>
                  <a:srgbClr val="72FFDD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Personal anime collection</a:t>
            </a:r>
          </a:p>
          <a:p>
            <a:pPr algn="l" marL="862102" indent="-431051" lvl="1">
              <a:lnSpc>
                <a:spcPts val="4791"/>
              </a:lnSpc>
              <a:buAutoNum type="arabicPeriod" startAt="1"/>
            </a:pPr>
            <a:r>
              <a:rPr lang="en-US" sz="3993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Add/remove functionality</a:t>
            </a:r>
          </a:p>
          <a:p>
            <a:pPr algn="l" marL="862102" indent="-431051" lvl="1">
              <a:lnSpc>
                <a:spcPts val="4791"/>
              </a:lnSpc>
              <a:buAutoNum type="arabicPeriod" startAt="1"/>
            </a:pPr>
            <a:r>
              <a:rPr lang="en-US" sz="3993" i="true">
                <a:solidFill>
                  <a:srgbClr val="72FFDD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Real-time updates </a:t>
            </a:r>
          </a:p>
          <a:p>
            <a:pPr algn="l" marL="862102" indent="-431051" lvl="1">
              <a:lnSpc>
                <a:spcPts val="4791"/>
              </a:lnSpc>
              <a:buAutoNum type="arabicPeriod" startAt="1"/>
            </a:pPr>
            <a:r>
              <a:rPr lang="en-US" sz="3993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Empty state handling</a:t>
            </a:r>
          </a:p>
          <a:p>
            <a:pPr algn="l" marL="862102" indent="-431051" lvl="1">
              <a:lnSpc>
                <a:spcPts val="4791"/>
              </a:lnSpc>
              <a:buAutoNum type="arabicPeriod" startAt="1"/>
            </a:pPr>
            <a:r>
              <a:rPr lang="en-US" sz="3993" i="true">
                <a:solidFill>
                  <a:srgbClr val="72FFDD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Status tracking</a:t>
            </a:r>
          </a:p>
          <a:p>
            <a:pPr algn="l">
              <a:lnSpc>
                <a:spcPts val="5151"/>
              </a:lnSpc>
            </a:pPr>
          </a:p>
          <a:p>
            <a:pPr algn="l">
              <a:lnSpc>
                <a:spcPts val="515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500866" y="754115"/>
            <a:ext cx="1224915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82DDD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(Watchlist Functions)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03776" y="763640"/>
            <a:ext cx="1116150" cy="89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00"/>
              </a:lnSpc>
            </a:pPr>
            <a:r>
              <a:rPr lang="en-US" b="true" sz="6000">
                <a:solidFill>
                  <a:srgbClr val="72FFDD"/>
                </a:solidFill>
                <a:latin typeface="Blinker Bold"/>
                <a:ea typeface="Blinker Bold"/>
                <a:cs typeface="Blinker Bold"/>
                <a:sym typeface="Blinker Bold"/>
              </a:rPr>
              <a:t>//</a:t>
            </a:r>
            <a:r>
              <a:rPr lang="en-US" b="true" sz="6000">
                <a:solidFill>
                  <a:srgbClr val="72FFFF"/>
                </a:solidFill>
                <a:latin typeface="Blinker Bold"/>
                <a:ea typeface="Blinker Bold"/>
                <a:cs typeface="Blinker Bold"/>
                <a:sym typeface="Blinker Bold"/>
              </a:rPr>
              <a:t>&gt;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94176" y="763640"/>
            <a:ext cx="1116150" cy="89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>
                <a:solidFill>
                  <a:srgbClr val="72FFFF"/>
                </a:solidFill>
                <a:latin typeface="Blinker Bold"/>
                <a:ea typeface="Blinker Bold"/>
                <a:cs typeface="Blinker Bold"/>
                <a:sym typeface="Blinker Bold"/>
              </a:rPr>
              <a:t>&lt;</a:t>
            </a:r>
            <a:r>
              <a:rPr lang="en-US" b="true" sz="6000">
                <a:solidFill>
                  <a:srgbClr val="72FFDD"/>
                </a:solidFill>
                <a:latin typeface="Blinker Bold"/>
                <a:ea typeface="Blinker Bold"/>
                <a:cs typeface="Blinker Bold"/>
                <a:sym typeface="Blinker Bold"/>
              </a:rPr>
              <a:t>//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928603" y="2613174"/>
            <a:ext cx="3144526" cy="847962"/>
          </a:xfrm>
          <a:custGeom>
            <a:avLst/>
            <a:gdLst/>
            <a:ahLst/>
            <a:cxnLst/>
            <a:rect r="r" b="b" t="t" l="l"/>
            <a:pathLst>
              <a:path h="847962" w="3144526">
                <a:moveTo>
                  <a:pt x="0" y="0"/>
                </a:moveTo>
                <a:lnTo>
                  <a:pt x="3144527" y="0"/>
                </a:lnTo>
                <a:lnTo>
                  <a:pt x="3144527" y="847962"/>
                </a:lnTo>
                <a:lnTo>
                  <a:pt x="0" y="847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188058" y="7773098"/>
            <a:ext cx="2885072" cy="890864"/>
          </a:xfrm>
          <a:custGeom>
            <a:avLst/>
            <a:gdLst/>
            <a:ahLst/>
            <a:cxnLst/>
            <a:rect r="r" b="b" t="t" l="l"/>
            <a:pathLst>
              <a:path h="890864" w="2885072">
                <a:moveTo>
                  <a:pt x="0" y="0"/>
                </a:moveTo>
                <a:lnTo>
                  <a:pt x="2885072" y="0"/>
                </a:lnTo>
                <a:lnTo>
                  <a:pt x="2885072" y="890864"/>
                </a:lnTo>
                <a:lnTo>
                  <a:pt x="0" y="8908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632" t="0" r="-1632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7353301" y="1328924"/>
            <a:ext cx="1516500" cy="3810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43901" y="1328924"/>
            <a:ext cx="1550275" cy="328191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977301" y="9443690"/>
            <a:ext cx="15429900" cy="3810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195851" y="1972152"/>
            <a:ext cx="6728837" cy="7177426"/>
          </a:xfrm>
          <a:custGeom>
            <a:avLst/>
            <a:gdLst/>
            <a:ahLst/>
            <a:cxnLst/>
            <a:rect r="r" b="b" t="t" l="l"/>
            <a:pathLst>
              <a:path h="7177426" w="6728837">
                <a:moveTo>
                  <a:pt x="0" y="0"/>
                </a:moveTo>
                <a:lnTo>
                  <a:pt x="6728837" y="0"/>
                </a:lnTo>
                <a:lnTo>
                  <a:pt x="6728837" y="7177426"/>
                </a:lnTo>
                <a:lnTo>
                  <a:pt x="0" y="7177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65448" y="5890764"/>
            <a:ext cx="4478552" cy="2961443"/>
          </a:xfrm>
          <a:custGeom>
            <a:avLst/>
            <a:gdLst/>
            <a:ahLst/>
            <a:cxnLst/>
            <a:rect r="r" b="b" t="t" l="l"/>
            <a:pathLst>
              <a:path h="2961443" w="4478552">
                <a:moveTo>
                  <a:pt x="0" y="0"/>
                </a:moveTo>
                <a:lnTo>
                  <a:pt x="4478552" y="0"/>
                </a:lnTo>
                <a:lnTo>
                  <a:pt x="4478552" y="2961443"/>
                </a:lnTo>
                <a:lnTo>
                  <a:pt x="0" y="2961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6184876"/>
            <a:ext cx="3223263" cy="3258813"/>
          </a:xfrm>
          <a:custGeom>
            <a:avLst/>
            <a:gdLst/>
            <a:ahLst/>
            <a:cxnLst/>
            <a:rect r="r" b="b" t="t" l="l"/>
            <a:pathLst>
              <a:path h="3258813" w="3223263">
                <a:moveTo>
                  <a:pt x="0" y="0"/>
                </a:moveTo>
                <a:lnTo>
                  <a:pt x="3223263" y="0"/>
                </a:lnTo>
                <a:lnTo>
                  <a:pt x="3223263" y="3258814"/>
                </a:lnTo>
                <a:lnTo>
                  <a:pt x="0" y="3258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6362" y="2903241"/>
            <a:ext cx="9678015" cy="466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5"/>
              </a:lnSpc>
            </a:pPr>
            <a:r>
              <a:rPr lang="en-US" b="true" sz="3297" i="true" spc="-138">
                <a:solidFill>
                  <a:srgbClr val="6AC9CB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Anime Info:</a:t>
            </a:r>
            <a:r>
              <a:rPr lang="en-US" sz="3297" i="true" spc="-138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 Displays the title, genre, description, status, start year, episode count, and a link to th</a:t>
            </a:r>
            <a:r>
              <a:rPr lang="en-US" sz="3297" i="true" spc="-138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e trailer.</a:t>
            </a:r>
          </a:p>
          <a:p>
            <a:pPr algn="just">
              <a:lnSpc>
                <a:spcPts val="4886"/>
              </a:lnSpc>
            </a:pPr>
            <a:r>
              <a:rPr lang="en-US" b="true" sz="2997" i="true" spc="-125">
                <a:solidFill>
                  <a:srgbClr val="6AC9CB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Average Rating:</a:t>
            </a:r>
            <a:r>
              <a:rPr lang="en-US" sz="2997" i="true" spc="-125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 Shows the overall user rating.</a:t>
            </a:r>
          </a:p>
          <a:p>
            <a:pPr algn="just">
              <a:lnSpc>
                <a:spcPts val="4723"/>
              </a:lnSpc>
            </a:pPr>
            <a:r>
              <a:rPr lang="en-US" b="true" sz="2897" i="true" spc="-121">
                <a:solidFill>
                  <a:srgbClr val="6AC9CB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Watchlist:</a:t>
            </a:r>
            <a:r>
              <a:rPr lang="en-US" sz="2897" i="true" spc="-121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 Quick "Add to Watchlist" button for saving the anime.</a:t>
            </a:r>
          </a:p>
          <a:p>
            <a:pPr algn="just">
              <a:lnSpc>
                <a:spcPts val="4234"/>
              </a:lnSpc>
            </a:pPr>
            <a:r>
              <a:rPr lang="en-US" b="true" sz="2597" i="true" spc="-109">
                <a:solidFill>
                  <a:srgbClr val="6AC9CB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Browse all series and movies</a:t>
            </a:r>
          </a:p>
          <a:p>
            <a:pPr algn="just">
              <a:lnSpc>
                <a:spcPts val="4234"/>
              </a:lnSpc>
            </a:pPr>
          </a:p>
          <a:p>
            <a:pPr algn="just">
              <a:lnSpc>
                <a:spcPts val="4234"/>
              </a:lnSpc>
            </a:pPr>
          </a:p>
          <a:p>
            <a:pPr algn="just">
              <a:lnSpc>
                <a:spcPts val="423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500866" y="754115"/>
            <a:ext cx="1224915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82DDD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(Anime Details &amp; Interaction Card)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03776" y="763640"/>
            <a:ext cx="1116150" cy="89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00"/>
              </a:lnSpc>
            </a:pPr>
            <a:r>
              <a:rPr lang="en-US" b="true" sz="6000">
                <a:solidFill>
                  <a:srgbClr val="72FFDD"/>
                </a:solidFill>
                <a:latin typeface="Blinker Bold"/>
                <a:ea typeface="Blinker Bold"/>
                <a:cs typeface="Blinker Bold"/>
                <a:sym typeface="Blinker Bold"/>
              </a:rPr>
              <a:t>//</a:t>
            </a:r>
            <a:r>
              <a:rPr lang="en-US" b="true" sz="6000">
                <a:solidFill>
                  <a:srgbClr val="72FFFF"/>
                </a:solidFill>
                <a:latin typeface="Blinker Bold"/>
                <a:ea typeface="Blinker Bold"/>
                <a:cs typeface="Blinker Bold"/>
                <a:sym typeface="Blinker Bold"/>
              </a:rPr>
              <a:t>&gt;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94176" y="763640"/>
            <a:ext cx="1116150" cy="89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>
                <a:solidFill>
                  <a:srgbClr val="72FFFF"/>
                </a:solidFill>
                <a:latin typeface="Blinker Bold"/>
                <a:ea typeface="Blinker Bold"/>
                <a:cs typeface="Blinker Bold"/>
                <a:sym typeface="Blinker Bold"/>
              </a:rPr>
              <a:t>&lt;</a:t>
            </a:r>
            <a:r>
              <a:rPr lang="en-US" b="true" sz="6000">
                <a:solidFill>
                  <a:srgbClr val="72FFDD"/>
                </a:solidFill>
                <a:latin typeface="Blinker Bold"/>
                <a:ea typeface="Blinker Bold"/>
                <a:cs typeface="Blinker Bold"/>
                <a:sym typeface="Blinker Bold"/>
              </a:rPr>
              <a:t>//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7353301" y="1328924"/>
            <a:ext cx="1516500" cy="3810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43901" y="1328924"/>
            <a:ext cx="1516500" cy="3810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763126" y="2101363"/>
            <a:ext cx="8392692" cy="3535421"/>
          </a:xfrm>
          <a:custGeom>
            <a:avLst/>
            <a:gdLst/>
            <a:ahLst/>
            <a:cxnLst/>
            <a:rect r="r" b="b" t="t" l="l"/>
            <a:pathLst>
              <a:path h="3535421" w="8392692">
                <a:moveTo>
                  <a:pt x="0" y="0"/>
                </a:moveTo>
                <a:lnTo>
                  <a:pt x="8392692" y="0"/>
                </a:lnTo>
                <a:lnTo>
                  <a:pt x="8392692" y="3535421"/>
                </a:lnTo>
                <a:lnTo>
                  <a:pt x="0" y="35354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3054" y="6756383"/>
            <a:ext cx="2501917" cy="2501917"/>
          </a:xfrm>
          <a:custGeom>
            <a:avLst/>
            <a:gdLst/>
            <a:ahLst/>
            <a:cxnLst/>
            <a:rect r="r" b="b" t="t" l="l"/>
            <a:pathLst>
              <a:path h="2501917" w="2501917">
                <a:moveTo>
                  <a:pt x="0" y="0"/>
                </a:moveTo>
                <a:lnTo>
                  <a:pt x="2501917" y="0"/>
                </a:lnTo>
                <a:lnTo>
                  <a:pt x="2501917" y="2501917"/>
                </a:lnTo>
                <a:lnTo>
                  <a:pt x="0" y="25019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81591" y="6050582"/>
            <a:ext cx="6776656" cy="3913519"/>
          </a:xfrm>
          <a:custGeom>
            <a:avLst/>
            <a:gdLst/>
            <a:ahLst/>
            <a:cxnLst/>
            <a:rect r="r" b="b" t="t" l="l"/>
            <a:pathLst>
              <a:path h="3913519" w="6776656">
                <a:moveTo>
                  <a:pt x="0" y="0"/>
                </a:moveTo>
                <a:lnTo>
                  <a:pt x="6776656" y="0"/>
                </a:lnTo>
                <a:lnTo>
                  <a:pt x="6776656" y="3913519"/>
                </a:lnTo>
                <a:lnTo>
                  <a:pt x="0" y="39135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3054" y="3467100"/>
            <a:ext cx="8556865" cy="4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7"/>
              </a:lnSpc>
            </a:pPr>
            <a:r>
              <a:rPr lang="en-US" sz="3397" i="true">
                <a:solidFill>
                  <a:srgbClr val="6AC9CB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- 10-star rating implementation</a:t>
            </a:r>
          </a:p>
          <a:p>
            <a:pPr algn="l">
              <a:lnSpc>
                <a:spcPts val="4077"/>
              </a:lnSpc>
            </a:pPr>
            <a:r>
              <a:rPr lang="en-US" sz="3397" i="true">
                <a:solidFill>
                  <a:srgbClr val="6AC9CB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- </a:t>
            </a:r>
            <a:r>
              <a:rPr lang="en-US" sz="3397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Comment submission</a:t>
            </a:r>
          </a:p>
          <a:p>
            <a:pPr algn="l">
              <a:lnSpc>
                <a:spcPts val="4077"/>
              </a:lnSpc>
            </a:pPr>
            <a:r>
              <a:rPr lang="en-US" sz="3397" i="true">
                <a:solidFill>
                  <a:srgbClr val="6AC9CB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- Average rating calculation</a:t>
            </a:r>
          </a:p>
          <a:p>
            <a:pPr algn="l">
              <a:lnSpc>
                <a:spcPts val="4077"/>
              </a:lnSpc>
            </a:pPr>
            <a:r>
              <a:rPr lang="en-US" sz="3397" i="true">
                <a:solidFill>
                  <a:srgbClr val="6AC9CB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- </a:t>
            </a:r>
            <a:r>
              <a:rPr lang="en-US" sz="3397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Comment deletion</a:t>
            </a:r>
          </a:p>
          <a:p>
            <a:pPr algn="l">
              <a:lnSpc>
                <a:spcPts val="4077"/>
              </a:lnSpc>
            </a:pPr>
            <a:r>
              <a:rPr lang="en-US" sz="3397" i="true">
                <a:solidFill>
                  <a:srgbClr val="6AC9CB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- Timestamp display</a:t>
            </a:r>
          </a:p>
          <a:p>
            <a:pPr algn="l">
              <a:lnSpc>
                <a:spcPts val="4077"/>
              </a:lnSpc>
            </a:pPr>
          </a:p>
          <a:p>
            <a:pPr algn="l">
              <a:lnSpc>
                <a:spcPts val="4077"/>
              </a:lnSpc>
            </a:pPr>
          </a:p>
          <a:p>
            <a:pPr algn="l">
              <a:lnSpc>
                <a:spcPts val="3117"/>
              </a:lnSpc>
            </a:pPr>
          </a:p>
          <a:p>
            <a:pPr algn="l">
              <a:lnSpc>
                <a:spcPts val="311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500866" y="754115"/>
            <a:ext cx="1224915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82DDD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(Ratings &amp; Comments Function)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03776" y="763640"/>
            <a:ext cx="1116150" cy="89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00"/>
              </a:lnSpc>
            </a:pPr>
            <a:r>
              <a:rPr lang="en-US" b="true" sz="6000">
                <a:solidFill>
                  <a:srgbClr val="72FFDD"/>
                </a:solidFill>
                <a:latin typeface="Blinker Bold"/>
                <a:ea typeface="Blinker Bold"/>
                <a:cs typeface="Blinker Bold"/>
                <a:sym typeface="Blinker Bold"/>
              </a:rPr>
              <a:t>//</a:t>
            </a:r>
            <a:r>
              <a:rPr lang="en-US" b="true" sz="6000">
                <a:solidFill>
                  <a:srgbClr val="72FFFF"/>
                </a:solidFill>
                <a:latin typeface="Blinker Bold"/>
                <a:ea typeface="Blinker Bold"/>
                <a:cs typeface="Blinker Bold"/>
                <a:sym typeface="Blinker Bold"/>
              </a:rPr>
              <a:t>&gt;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94176" y="763640"/>
            <a:ext cx="1116150" cy="89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>
                <a:solidFill>
                  <a:srgbClr val="72FFFF"/>
                </a:solidFill>
                <a:latin typeface="Blinker Bold"/>
                <a:ea typeface="Blinker Bold"/>
                <a:cs typeface="Blinker Bold"/>
                <a:sym typeface="Blinker Bold"/>
              </a:rPr>
              <a:t>&lt;</a:t>
            </a:r>
            <a:r>
              <a:rPr lang="en-US" b="true" sz="6000">
                <a:solidFill>
                  <a:srgbClr val="72FFDD"/>
                </a:solidFill>
                <a:latin typeface="Blinker Bold"/>
                <a:ea typeface="Blinker Bold"/>
                <a:cs typeface="Blinker Bold"/>
                <a:sym typeface="Blinker Bold"/>
              </a:rPr>
              <a:t>//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185957" y="6030675"/>
            <a:ext cx="4167344" cy="3635850"/>
          </a:xfrm>
          <a:custGeom>
            <a:avLst/>
            <a:gdLst/>
            <a:ahLst/>
            <a:cxnLst/>
            <a:rect r="r" b="b" t="t" l="l"/>
            <a:pathLst>
              <a:path h="3635850" w="4167344">
                <a:moveTo>
                  <a:pt x="0" y="0"/>
                </a:moveTo>
                <a:lnTo>
                  <a:pt x="4167344" y="0"/>
                </a:lnTo>
                <a:lnTo>
                  <a:pt x="4167344" y="3635850"/>
                </a:lnTo>
                <a:lnTo>
                  <a:pt x="0" y="36358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7309" r="0" b="-7309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1424" y="-447252"/>
            <a:ext cx="25248826" cy="14701342"/>
          </a:xfrm>
          <a:custGeom>
            <a:avLst/>
            <a:gdLst/>
            <a:ahLst/>
            <a:cxnLst/>
            <a:rect r="r" b="b" t="t" l="l"/>
            <a:pathLst>
              <a:path h="14701342" w="25248826">
                <a:moveTo>
                  <a:pt x="0" y="0"/>
                </a:moveTo>
                <a:lnTo>
                  <a:pt x="25248826" y="0"/>
                </a:lnTo>
                <a:lnTo>
                  <a:pt x="25248826" y="14701342"/>
                </a:lnTo>
                <a:lnTo>
                  <a:pt x="0" y="147013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11850" y="3487100"/>
            <a:ext cx="96600" cy="96600"/>
            <a:chOff x="0" y="0"/>
            <a:chExt cx="128800" cy="128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778" cy="128778"/>
            </a:xfrm>
            <a:custGeom>
              <a:avLst/>
              <a:gdLst/>
              <a:ahLst/>
              <a:cxnLst/>
              <a:rect r="r" b="b" t="t" l="l"/>
              <a:pathLst>
                <a:path h="128778" w="128778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cubicBezTo>
                    <a:pt x="99949" y="0"/>
                    <a:pt x="128778" y="28829"/>
                    <a:pt x="128778" y="64389"/>
                  </a:cubicBezTo>
                  <a:cubicBezTo>
                    <a:pt x="128778" y="99949"/>
                    <a:pt x="99949" y="128778"/>
                    <a:pt x="64389" y="128778"/>
                  </a:cubicBezTo>
                  <a:cubicBezTo>
                    <a:pt x="28829" y="128778"/>
                    <a:pt x="0" y="99949"/>
                    <a:pt x="0" y="64389"/>
                  </a:cubicBezTo>
                  <a:close/>
                </a:path>
              </a:pathLst>
            </a:custGeom>
            <a:solidFill>
              <a:srgbClr val="72FF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137377" y="1592859"/>
            <a:ext cx="2551393" cy="2319782"/>
          </a:xfrm>
          <a:custGeom>
            <a:avLst/>
            <a:gdLst/>
            <a:ahLst/>
            <a:cxnLst/>
            <a:rect r="r" b="b" t="t" l="l"/>
            <a:pathLst>
              <a:path h="2319782" w="2551393">
                <a:moveTo>
                  <a:pt x="0" y="0"/>
                </a:moveTo>
                <a:lnTo>
                  <a:pt x="2551393" y="0"/>
                </a:lnTo>
                <a:lnTo>
                  <a:pt x="2551393" y="2319782"/>
                </a:lnTo>
                <a:lnTo>
                  <a:pt x="0" y="23197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82246" y="5671778"/>
            <a:ext cx="5230828" cy="4983552"/>
          </a:xfrm>
          <a:custGeom>
            <a:avLst/>
            <a:gdLst/>
            <a:ahLst/>
            <a:cxnLst/>
            <a:rect r="r" b="b" t="t" l="l"/>
            <a:pathLst>
              <a:path h="4983552" w="5230828">
                <a:moveTo>
                  <a:pt x="0" y="0"/>
                </a:moveTo>
                <a:lnTo>
                  <a:pt x="5230828" y="0"/>
                </a:lnTo>
                <a:lnTo>
                  <a:pt x="5230828" y="4983552"/>
                </a:lnTo>
                <a:lnTo>
                  <a:pt x="0" y="49835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98883" y="27662"/>
            <a:ext cx="7189117" cy="4951504"/>
          </a:xfrm>
          <a:custGeom>
            <a:avLst/>
            <a:gdLst/>
            <a:ahLst/>
            <a:cxnLst/>
            <a:rect r="r" b="b" t="t" l="l"/>
            <a:pathLst>
              <a:path h="4951504" w="7189117">
                <a:moveTo>
                  <a:pt x="0" y="0"/>
                </a:moveTo>
                <a:lnTo>
                  <a:pt x="7189117" y="0"/>
                </a:lnTo>
                <a:lnTo>
                  <a:pt x="7189117" y="4951504"/>
                </a:lnTo>
                <a:lnTo>
                  <a:pt x="0" y="49515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98883" y="5289371"/>
            <a:ext cx="7189117" cy="4879613"/>
          </a:xfrm>
          <a:custGeom>
            <a:avLst/>
            <a:gdLst/>
            <a:ahLst/>
            <a:cxnLst/>
            <a:rect r="r" b="b" t="t" l="l"/>
            <a:pathLst>
              <a:path h="4879613" w="7189117">
                <a:moveTo>
                  <a:pt x="0" y="0"/>
                </a:moveTo>
                <a:lnTo>
                  <a:pt x="7189117" y="0"/>
                </a:lnTo>
                <a:lnTo>
                  <a:pt x="7189117" y="4879613"/>
                </a:lnTo>
                <a:lnTo>
                  <a:pt x="0" y="48796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54" y="7893264"/>
            <a:ext cx="2393736" cy="2393736"/>
          </a:xfrm>
          <a:custGeom>
            <a:avLst/>
            <a:gdLst/>
            <a:ahLst/>
            <a:cxnLst/>
            <a:rect r="r" b="b" t="t" l="l"/>
            <a:pathLst>
              <a:path h="2393736" w="2393736">
                <a:moveTo>
                  <a:pt x="0" y="0"/>
                </a:moveTo>
                <a:lnTo>
                  <a:pt x="2393736" y="0"/>
                </a:lnTo>
                <a:lnTo>
                  <a:pt x="2393736" y="2393736"/>
                </a:lnTo>
                <a:lnTo>
                  <a:pt x="0" y="23937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7668" y="1592859"/>
            <a:ext cx="2211959" cy="1894241"/>
          </a:xfrm>
          <a:custGeom>
            <a:avLst/>
            <a:gdLst/>
            <a:ahLst/>
            <a:cxnLst/>
            <a:rect r="r" b="b" t="t" l="l"/>
            <a:pathLst>
              <a:path h="1894241" w="2211959">
                <a:moveTo>
                  <a:pt x="0" y="0"/>
                </a:moveTo>
                <a:lnTo>
                  <a:pt x="2211959" y="0"/>
                </a:lnTo>
                <a:lnTo>
                  <a:pt x="2211959" y="1894241"/>
                </a:lnTo>
                <a:lnTo>
                  <a:pt x="0" y="1894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99722" y="3487100"/>
            <a:ext cx="9101959" cy="551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80573" indent="-490287" lvl="1">
              <a:lnSpc>
                <a:spcPts val="5450"/>
              </a:lnSpc>
              <a:buFont typeface="Arial"/>
              <a:buChar char="•"/>
            </a:pPr>
            <a:r>
              <a:rPr lang="en-US" sz="4541" i="true">
                <a:solidFill>
                  <a:srgbClr val="6AC9CB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Organized grid layout</a:t>
            </a:r>
          </a:p>
          <a:p>
            <a:pPr algn="l" marL="980573" indent="-490287" lvl="1">
              <a:lnSpc>
                <a:spcPts val="5450"/>
              </a:lnSpc>
              <a:buFont typeface="Arial"/>
              <a:buChar char="•"/>
            </a:pPr>
            <a:r>
              <a:rPr lang="en-US" sz="4541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Detailed anime cards</a:t>
            </a:r>
          </a:p>
          <a:p>
            <a:pPr algn="l" marL="980573" indent="-490287" lvl="1">
              <a:lnSpc>
                <a:spcPts val="5450"/>
              </a:lnSpc>
              <a:buFont typeface="Arial"/>
              <a:buChar char="•"/>
            </a:pPr>
            <a:r>
              <a:rPr lang="en-US" sz="4541" i="true">
                <a:solidFill>
                  <a:srgbClr val="6AC9CB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Rating display</a:t>
            </a:r>
          </a:p>
          <a:p>
            <a:pPr algn="l" marL="980573" indent="-490287" lvl="1">
              <a:lnSpc>
                <a:spcPts val="5450"/>
              </a:lnSpc>
              <a:buFont typeface="Arial"/>
              <a:buChar char="•"/>
            </a:pPr>
            <a:r>
              <a:rPr lang="en-US" sz="4541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Add to watchlist option</a:t>
            </a:r>
          </a:p>
          <a:p>
            <a:pPr algn="l" marL="980573" indent="-490287" lvl="1">
              <a:lnSpc>
                <a:spcPts val="5450"/>
              </a:lnSpc>
              <a:buFont typeface="Arial"/>
              <a:buChar char="•"/>
            </a:pPr>
            <a:r>
              <a:rPr lang="en-US" sz="4541" i="true">
                <a:solidFill>
                  <a:srgbClr val="6AC9CB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Modal information view</a:t>
            </a:r>
          </a:p>
          <a:p>
            <a:pPr algn="l" marL="980573" indent="-490287" lvl="1">
              <a:lnSpc>
                <a:spcPts val="5450"/>
              </a:lnSpc>
              <a:buFont typeface="Arial"/>
              <a:buChar char="•"/>
            </a:pPr>
            <a:r>
              <a:rPr lang="en-US" sz="4541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Back to Home option</a:t>
            </a:r>
          </a:p>
          <a:p>
            <a:pPr algn="l">
              <a:lnSpc>
                <a:spcPts val="5450"/>
              </a:lnSpc>
            </a:pPr>
          </a:p>
          <a:p>
            <a:pPr algn="l">
              <a:lnSpc>
                <a:spcPts val="545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-1132678" y="532630"/>
            <a:ext cx="13035365" cy="98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2"/>
              </a:lnSpc>
            </a:pPr>
            <a:r>
              <a:rPr lang="en-US" b="true" sz="6385">
                <a:solidFill>
                  <a:srgbClr val="6AC9C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(Series and Movies Pages)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1424" y="-447252"/>
            <a:ext cx="25248826" cy="14701342"/>
          </a:xfrm>
          <a:custGeom>
            <a:avLst/>
            <a:gdLst/>
            <a:ahLst/>
            <a:cxnLst/>
            <a:rect r="r" b="b" t="t" l="l"/>
            <a:pathLst>
              <a:path h="14701342" w="25248826">
                <a:moveTo>
                  <a:pt x="0" y="0"/>
                </a:moveTo>
                <a:lnTo>
                  <a:pt x="25248826" y="0"/>
                </a:lnTo>
                <a:lnTo>
                  <a:pt x="25248826" y="14701342"/>
                </a:lnTo>
                <a:lnTo>
                  <a:pt x="0" y="147013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6350">
            <a:off x="16790311" y="1586059"/>
            <a:ext cx="1516979" cy="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86350">
            <a:off x="-19089" y="1586059"/>
            <a:ext cx="1516979" cy="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8488">
            <a:off x="1414526" y="9700825"/>
            <a:ext cx="15429947" cy="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2611850" y="3487100"/>
            <a:ext cx="96600" cy="96600"/>
            <a:chOff x="0" y="0"/>
            <a:chExt cx="128800" cy="1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778" cy="128778"/>
            </a:xfrm>
            <a:custGeom>
              <a:avLst/>
              <a:gdLst/>
              <a:ahLst/>
              <a:cxnLst/>
              <a:rect r="r" b="b" t="t" l="l"/>
              <a:pathLst>
                <a:path h="128778" w="128778">
                  <a:moveTo>
                    <a:pt x="0" y="64389"/>
                  </a:moveTo>
                  <a:cubicBezTo>
                    <a:pt x="0" y="28829"/>
                    <a:pt x="28829" y="0"/>
                    <a:pt x="64389" y="0"/>
                  </a:cubicBezTo>
                  <a:cubicBezTo>
                    <a:pt x="99949" y="0"/>
                    <a:pt x="128778" y="28829"/>
                    <a:pt x="128778" y="64389"/>
                  </a:cubicBezTo>
                  <a:cubicBezTo>
                    <a:pt x="128778" y="99949"/>
                    <a:pt x="99949" y="128778"/>
                    <a:pt x="64389" y="128778"/>
                  </a:cubicBezTo>
                  <a:cubicBezTo>
                    <a:pt x="28829" y="128778"/>
                    <a:pt x="0" y="99949"/>
                    <a:pt x="0" y="64389"/>
                  </a:cubicBezTo>
                  <a:close/>
                </a:path>
              </a:pathLst>
            </a:custGeom>
            <a:solidFill>
              <a:srgbClr val="72FFFF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767155" y="3349840"/>
            <a:ext cx="10786811" cy="4084650"/>
          </a:xfrm>
          <a:custGeom>
            <a:avLst/>
            <a:gdLst/>
            <a:ahLst/>
            <a:cxnLst/>
            <a:rect r="r" b="b" t="t" l="l"/>
            <a:pathLst>
              <a:path h="4084650" w="10786811">
                <a:moveTo>
                  <a:pt x="0" y="0"/>
                </a:moveTo>
                <a:lnTo>
                  <a:pt x="10786812" y="0"/>
                </a:lnTo>
                <a:lnTo>
                  <a:pt x="10786812" y="4084651"/>
                </a:lnTo>
                <a:lnTo>
                  <a:pt x="0" y="40846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11560" y="5392165"/>
            <a:ext cx="5465490" cy="1252508"/>
          </a:xfrm>
          <a:custGeom>
            <a:avLst/>
            <a:gdLst/>
            <a:ahLst/>
            <a:cxnLst/>
            <a:rect r="r" b="b" t="t" l="l"/>
            <a:pathLst>
              <a:path h="1252508" w="5465490">
                <a:moveTo>
                  <a:pt x="0" y="0"/>
                </a:moveTo>
                <a:lnTo>
                  <a:pt x="5465490" y="0"/>
                </a:lnTo>
                <a:lnTo>
                  <a:pt x="5465490" y="1252509"/>
                </a:lnTo>
                <a:lnTo>
                  <a:pt x="0" y="1252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4205" y="3349840"/>
            <a:ext cx="6412950" cy="295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07" indent="-421003" lvl="1">
              <a:lnSpc>
                <a:spcPts val="4679"/>
              </a:lnSpc>
              <a:buFont typeface="Arial"/>
              <a:buChar char="•"/>
            </a:pPr>
            <a:r>
              <a:rPr lang="en-US" sz="3899" i="true">
                <a:solidFill>
                  <a:srgbClr val="6AC9CB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So</a:t>
            </a:r>
            <a:r>
              <a:rPr lang="en-US" sz="3899" i="true">
                <a:solidFill>
                  <a:srgbClr val="6AC9CB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cial media links</a:t>
            </a:r>
          </a:p>
          <a:p>
            <a:pPr algn="l" marL="842007" indent="-421003" lvl="1">
              <a:lnSpc>
                <a:spcPts val="4679"/>
              </a:lnSpc>
              <a:buFont typeface="Arial"/>
              <a:buChar char="•"/>
            </a:pPr>
            <a:r>
              <a:rPr lang="en-US" sz="3899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Site navigation links</a:t>
            </a:r>
          </a:p>
          <a:p>
            <a:pPr algn="l" marL="842007" indent="-421003" lvl="1">
              <a:lnSpc>
                <a:spcPts val="4679"/>
              </a:lnSpc>
              <a:buFont typeface="Arial"/>
              <a:buChar char="•"/>
            </a:pPr>
            <a:r>
              <a:rPr lang="en-US" sz="3899" i="true">
                <a:solidFill>
                  <a:srgbClr val="6AC9CB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Copyright information</a:t>
            </a:r>
          </a:p>
          <a:p>
            <a:pPr algn="l" marL="842007" indent="-421003" lvl="1">
              <a:lnSpc>
                <a:spcPts val="4679"/>
              </a:lnSpc>
              <a:buFont typeface="Arial"/>
              <a:buChar char="•"/>
            </a:pPr>
            <a:r>
              <a:rPr lang="en-US" sz="3899" i="true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Contact details</a:t>
            </a:r>
          </a:p>
          <a:p>
            <a:pPr algn="l">
              <a:lnSpc>
                <a:spcPts val="46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19525" y="962425"/>
            <a:ext cx="1224915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6AC9C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(Footer Section)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41025" y="1011250"/>
            <a:ext cx="1116150" cy="89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00"/>
              </a:lnSpc>
            </a:pPr>
            <a:r>
              <a:rPr lang="en-US" b="true" sz="6000">
                <a:solidFill>
                  <a:srgbClr val="72FFDD"/>
                </a:solidFill>
                <a:latin typeface="Blinker Bold"/>
                <a:ea typeface="Blinker Bold"/>
                <a:cs typeface="Blinker Bold"/>
                <a:sym typeface="Blinker Bold"/>
              </a:rPr>
              <a:t>//</a:t>
            </a:r>
            <a:r>
              <a:rPr lang="en-US" b="true" sz="6000">
                <a:solidFill>
                  <a:srgbClr val="72FFFF"/>
                </a:solidFill>
                <a:latin typeface="Blinker Bold"/>
                <a:ea typeface="Blinker Bold"/>
                <a:cs typeface="Blinker Bold"/>
                <a:sym typeface="Blinker Bold"/>
              </a:rPr>
              <a:t>&gt;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1425" y="1011250"/>
            <a:ext cx="1116150" cy="89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>
                <a:solidFill>
                  <a:srgbClr val="72FFFF"/>
                </a:solidFill>
                <a:latin typeface="Blinker Bold"/>
                <a:ea typeface="Blinker Bold"/>
                <a:cs typeface="Blinker Bold"/>
                <a:sym typeface="Blinker Bold"/>
              </a:rPr>
              <a:t>&lt;</a:t>
            </a:r>
            <a:r>
              <a:rPr lang="en-US" b="true" sz="6000">
                <a:solidFill>
                  <a:srgbClr val="72FFDD"/>
                </a:solidFill>
                <a:latin typeface="Blinker Bold"/>
                <a:ea typeface="Blinker Bold"/>
                <a:cs typeface="Blinker Bold"/>
                <a:sym typeface="Blinker Bold"/>
              </a:rPr>
              <a:t>//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89833" y="7247545"/>
            <a:ext cx="841592" cy="591380"/>
          </a:xfrm>
          <a:custGeom>
            <a:avLst/>
            <a:gdLst/>
            <a:ahLst/>
            <a:cxnLst/>
            <a:rect r="r" b="b" t="t" l="l"/>
            <a:pathLst>
              <a:path h="591380" w="841592">
                <a:moveTo>
                  <a:pt x="0" y="0"/>
                </a:moveTo>
                <a:lnTo>
                  <a:pt x="841592" y="0"/>
                </a:lnTo>
                <a:lnTo>
                  <a:pt x="841592" y="591380"/>
                </a:lnTo>
                <a:lnTo>
                  <a:pt x="0" y="591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195874" y="354361"/>
            <a:ext cx="716186" cy="814782"/>
          </a:xfrm>
          <a:custGeom>
            <a:avLst/>
            <a:gdLst/>
            <a:ahLst/>
            <a:cxnLst/>
            <a:rect r="r" b="b" t="t" l="l"/>
            <a:pathLst>
              <a:path h="814782" w="716186">
                <a:moveTo>
                  <a:pt x="0" y="0"/>
                </a:moveTo>
                <a:lnTo>
                  <a:pt x="716186" y="0"/>
                </a:lnTo>
                <a:lnTo>
                  <a:pt x="716186" y="814782"/>
                </a:lnTo>
                <a:lnTo>
                  <a:pt x="0" y="814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904150" y="8280731"/>
            <a:ext cx="814782" cy="814782"/>
          </a:xfrm>
          <a:custGeom>
            <a:avLst/>
            <a:gdLst/>
            <a:ahLst/>
            <a:cxnLst/>
            <a:rect r="r" b="b" t="t" l="l"/>
            <a:pathLst>
              <a:path h="814782" w="814782">
                <a:moveTo>
                  <a:pt x="0" y="0"/>
                </a:moveTo>
                <a:lnTo>
                  <a:pt x="814782" y="0"/>
                </a:lnTo>
                <a:lnTo>
                  <a:pt x="814782" y="814782"/>
                </a:lnTo>
                <a:lnTo>
                  <a:pt x="0" y="8147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554698" y="9055420"/>
            <a:ext cx="814760" cy="405760"/>
          </a:xfrm>
          <a:custGeom>
            <a:avLst/>
            <a:gdLst/>
            <a:ahLst/>
            <a:cxnLst/>
            <a:rect r="r" b="b" t="t" l="l"/>
            <a:pathLst>
              <a:path h="405760" w="814760">
                <a:moveTo>
                  <a:pt x="0" y="0"/>
                </a:moveTo>
                <a:lnTo>
                  <a:pt x="814760" y="0"/>
                </a:lnTo>
                <a:lnTo>
                  <a:pt x="814760" y="405760"/>
                </a:lnTo>
                <a:lnTo>
                  <a:pt x="0" y="4057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602122" y="8280731"/>
            <a:ext cx="814782" cy="814782"/>
          </a:xfrm>
          <a:custGeom>
            <a:avLst/>
            <a:gdLst/>
            <a:ahLst/>
            <a:cxnLst/>
            <a:rect r="r" b="b" t="t" l="l"/>
            <a:pathLst>
              <a:path h="814782" w="814782">
                <a:moveTo>
                  <a:pt x="0" y="0"/>
                </a:moveTo>
                <a:lnTo>
                  <a:pt x="814782" y="0"/>
                </a:lnTo>
                <a:lnTo>
                  <a:pt x="814782" y="814782"/>
                </a:lnTo>
                <a:lnTo>
                  <a:pt x="0" y="81478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1309" y="354361"/>
            <a:ext cx="814782" cy="814782"/>
          </a:xfrm>
          <a:custGeom>
            <a:avLst/>
            <a:gdLst/>
            <a:ahLst/>
            <a:cxnLst/>
            <a:rect r="r" b="b" t="t" l="l"/>
            <a:pathLst>
              <a:path h="814782" w="814782">
                <a:moveTo>
                  <a:pt x="0" y="0"/>
                </a:moveTo>
                <a:lnTo>
                  <a:pt x="814782" y="0"/>
                </a:lnTo>
                <a:lnTo>
                  <a:pt x="814782" y="814782"/>
                </a:lnTo>
                <a:lnTo>
                  <a:pt x="0" y="81478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550972" y="1438675"/>
            <a:ext cx="814822" cy="814822"/>
          </a:xfrm>
          <a:custGeom>
            <a:avLst/>
            <a:gdLst/>
            <a:ahLst/>
            <a:cxnLst/>
            <a:rect r="r" b="b" t="t" l="l"/>
            <a:pathLst>
              <a:path h="814822" w="814822">
                <a:moveTo>
                  <a:pt x="0" y="0"/>
                </a:moveTo>
                <a:lnTo>
                  <a:pt x="814822" y="0"/>
                </a:lnTo>
                <a:lnTo>
                  <a:pt x="814822" y="814822"/>
                </a:lnTo>
                <a:lnTo>
                  <a:pt x="0" y="81482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66086" y="8924775"/>
            <a:ext cx="814782" cy="572940"/>
          </a:xfrm>
          <a:custGeom>
            <a:avLst/>
            <a:gdLst/>
            <a:ahLst/>
            <a:cxnLst/>
            <a:rect r="r" b="b" t="t" l="l"/>
            <a:pathLst>
              <a:path h="572940" w="814782">
                <a:moveTo>
                  <a:pt x="0" y="0"/>
                </a:moveTo>
                <a:lnTo>
                  <a:pt x="814782" y="0"/>
                </a:lnTo>
                <a:lnTo>
                  <a:pt x="814782" y="572940"/>
                </a:lnTo>
                <a:lnTo>
                  <a:pt x="0" y="57294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019525" y="7989123"/>
            <a:ext cx="814822" cy="814496"/>
          </a:xfrm>
          <a:custGeom>
            <a:avLst/>
            <a:gdLst/>
            <a:ahLst/>
            <a:cxnLst/>
            <a:rect r="r" b="b" t="t" l="l"/>
            <a:pathLst>
              <a:path h="814496" w="814822">
                <a:moveTo>
                  <a:pt x="0" y="0"/>
                </a:moveTo>
                <a:lnTo>
                  <a:pt x="814822" y="0"/>
                </a:lnTo>
                <a:lnTo>
                  <a:pt x="814822" y="814496"/>
                </a:lnTo>
                <a:lnTo>
                  <a:pt x="0" y="81449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162268" y="8679894"/>
            <a:ext cx="814782" cy="814782"/>
          </a:xfrm>
          <a:custGeom>
            <a:avLst/>
            <a:gdLst/>
            <a:ahLst/>
            <a:cxnLst/>
            <a:rect r="r" b="b" t="t" l="l"/>
            <a:pathLst>
              <a:path h="814782" w="814782">
                <a:moveTo>
                  <a:pt x="0" y="0"/>
                </a:moveTo>
                <a:lnTo>
                  <a:pt x="814782" y="0"/>
                </a:lnTo>
                <a:lnTo>
                  <a:pt x="814782" y="814782"/>
                </a:lnTo>
                <a:lnTo>
                  <a:pt x="0" y="81478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523677" y="7728440"/>
            <a:ext cx="814782" cy="814782"/>
          </a:xfrm>
          <a:custGeom>
            <a:avLst/>
            <a:gdLst/>
            <a:ahLst/>
            <a:cxnLst/>
            <a:rect r="r" b="b" t="t" l="l"/>
            <a:pathLst>
              <a:path h="814782" w="814782">
                <a:moveTo>
                  <a:pt x="0" y="0"/>
                </a:moveTo>
                <a:lnTo>
                  <a:pt x="814782" y="0"/>
                </a:lnTo>
                <a:lnTo>
                  <a:pt x="814782" y="814782"/>
                </a:lnTo>
                <a:lnTo>
                  <a:pt x="0" y="81478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18932" y="2253497"/>
            <a:ext cx="814766" cy="814766"/>
          </a:xfrm>
          <a:custGeom>
            <a:avLst/>
            <a:gdLst/>
            <a:ahLst/>
            <a:cxnLst/>
            <a:rect r="r" b="b" t="t" l="l"/>
            <a:pathLst>
              <a:path h="814766" w="814766">
                <a:moveTo>
                  <a:pt x="0" y="0"/>
                </a:moveTo>
                <a:lnTo>
                  <a:pt x="814766" y="0"/>
                </a:lnTo>
                <a:lnTo>
                  <a:pt x="814766" y="814766"/>
                </a:lnTo>
                <a:lnTo>
                  <a:pt x="0" y="814766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11560" y="2253481"/>
            <a:ext cx="814864" cy="814782"/>
          </a:xfrm>
          <a:custGeom>
            <a:avLst/>
            <a:gdLst/>
            <a:ahLst/>
            <a:cxnLst/>
            <a:rect r="r" b="b" t="t" l="l"/>
            <a:pathLst>
              <a:path h="814782" w="814864">
                <a:moveTo>
                  <a:pt x="0" y="0"/>
                </a:moveTo>
                <a:lnTo>
                  <a:pt x="814864" y="0"/>
                </a:lnTo>
                <a:lnTo>
                  <a:pt x="814864" y="814782"/>
                </a:lnTo>
                <a:lnTo>
                  <a:pt x="0" y="814782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950413" y="1169143"/>
            <a:ext cx="814782" cy="814782"/>
          </a:xfrm>
          <a:custGeom>
            <a:avLst/>
            <a:gdLst/>
            <a:ahLst/>
            <a:cxnLst/>
            <a:rect r="r" b="b" t="t" l="l"/>
            <a:pathLst>
              <a:path h="814782" w="814782">
                <a:moveTo>
                  <a:pt x="0" y="0"/>
                </a:moveTo>
                <a:lnTo>
                  <a:pt x="814782" y="0"/>
                </a:lnTo>
                <a:lnTo>
                  <a:pt x="814782" y="814782"/>
                </a:lnTo>
                <a:lnTo>
                  <a:pt x="0" y="814782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343466" y="7060668"/>
            <a:ext cx="818802" cy="667772"/>
          </a:xfrm>
          <a:custGeom>
            <a:avLst/>
            <a:gdLst/>
            <a:ahLst/>
            <a:cxnLst/>
            <a:rect r="r" b="b" t="t" l="l"/>
            <a:pathLst>
              <a:path h="667772" w="818802">
                <a:moveTo>
                  <a:pt x="0" y="0"/>
                </a:moveTo>
                <a:lnTo>
                  <a:pt x="818802" y="0"/>
                </a:lnTo>
                <a:lnTo>
                  <a:pt x="818802" y="667772"/>
                </a:lnTo>
                <a:lnTo>
                  <a:pt x="0" y="667772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967467" y="7988797"/>
            <a:ext cx="816046" cy="814822"/>
          </a:xfrm>
          <a:custGeom>
            <a:avLst/>
            <a:gdLst/>
            <a:ahLst/>
            <a:cxnLst/>
            <a:rect r="r" b="b" t="t" l="l"/>
            <a:pathLst>
              <a:path h="814822" w="816046">
                <a:moveTo>
                  <a:pt x="0" y="0"/>
                </a:moveTo>
                <a:lnTo>
                  <a:pt x="816046" y="0"/>
                </a:lnTo>
                <a:lnTo>
                  <a:pt x="816046" y="814822"/>
                </a:lnTo>
                <a:lnTo>
                  <a:pt x="0" y="814822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470319" y="8696335"/>
            <a:ext cx="798356" cy="798356"/>
          </a:xfrm>
          <a:custGeom>
            <a:avLst/>
            <a:gdLst/>
            <a:ahLst/>
            <a:cxnLst/>
            <a:rect r="r" b="b" t="t" l="l"/>
            <a:pathLst>
              <a:path h="798356" w="798356">
                <a:moveTo>
                  <a:pt x="0" y="0"/>
                </a:moveTo>
                <a:lnTo>
                  <a:pt x="798356" y="0"/>
                </a:lnTo>
                <a:lnTo>
                  <a:pt x="798356" y="798356"/>
                </a:lnTo>
                <a:lnTo>
                  <a:pt x="0" y="79835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80494" y="-3827558"/>
            <a:ext cx="25248826" cy="14701342"/>
          </a:xfrm>
          <a:custGeom>
            <a:avLst/>
            <a:gdLst/>
            <a:ahLst/>
            <a:cxnLst/>
            <a:rect r="r" b="b" t="t" l="l"/>
            <a:pathLst>
              <a:path h="14701342" w="25248826">
                <a:moveTo>
                  <a:pt x="0" y="0"/>
                </a:moveTo>
                <a:lnTo>
                  <a:pt x="25248826" y="0"/>
                </a:lnTo>
                <a:lnTo>
                  <a:pt x="25248826" y="14701342"/>
                </a:lnTo>
                <a:lnTo>
                  <a:pt x="0" y="147013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86350">
            <a:off x="-40889" y="1586059"/>
            <a:ext cx="1516979" cy="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05326" y="9627219"/>
            <a:ext cx="15429900" cy="3810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59914">
            <a:off x="14882439" y="3041375"/>
            <a:ext cx="3267522" cy="0"/>
          </a:xfrm>
          <a:prstGeom prst="line">
            <a:avLst/>
          </a:prstGeom>
          <a:ln cap="rnd" w="19050">
            <a:solidFill>
              <a:srgbClr val="72FF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423329" y="4722650"/>
            <a:ext cx="2223841" cy="5006750"/>
          </a:xfrm>
          <a:custGeom>
            <a:avLst/>
            <a:gdLst/>
            <a:ahLst/>
            <a:cxnLst/>
            <a:rect r="r" b="b" t="t" l="l"/>
            <a:pathLst>
              <a:path h="5006750" w="2223841">
                <a:moveTo>
                  <a:pt x="0" y="0"/>
                </a:moveTo>
                <a:lnTo>
                  <a:pt x="2223842" y="0"/>
                </a:lnTo>
                <a:lnTo>
                  <a:pt x="2223842" y="5006750"/>
                </a:lnTo>
                <a:lnTo>
                  <a:pt x="0" y="5006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553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1847989"/>
            <a:ext cx="13581381" cy="468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80"/>
              </a:lnSpc>
            </a:pPr>
            <a:r>
              <a:rPr lang="en-US" b="true" sz="15400">
                <a:solidFill>
                  <a:srgbClr val="6AC9C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&lt;//</a:t>
            </a:r>
            <a:r>
              <a:rPr lang="en-US" b="true" sz="154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</a:t>
            </a:r>
            <a:r>
              <a:rPr lang="en-US" b="true" sz="15400">
                <a:solidFill>
                  <a:srgbClr val="6AC9C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//&gt;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13991" y="7226025"/>
            <a:ext cx="3514849" cy="2313410"/>
          </a:xfrm>
          <a:custGeom>
            <a:avLst/>
            <a:gdLst/>
            <a:ahLst/>
            <a:cxnLst/>
            <a:rect r="r" b="b" t="t" l="l"/>
            <a:pathLst>
              <a:path h="2313410" w="3514849">
                <a:moveTo>
                  <a:pt x="0" y="0"/>
                </a:moveTo>
                <a:lnTo>
                  <a:pt x="3514850" y="0"/>
                </a:lnTo>
                <a:lnTo>
                  <a:pt x="3514850" y="2313410"/>
                </a:lnTo>
                <a:lnTo>
                  <a:pt x="0" y="2313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26361" y="4684550"/>
            <a:ext cx="4897266" cy="4933144"/>
          </a:xfrm>
          <a:custGeom>
            <a:avLst/>
            <a:gdLst/>
            <a:ahLst/>
            <a:cxnLst/>
            <a:rect r="r" b="b" t="t" l="l"/>
            <a:pathLst>
              <a:path h="4933144" w="4897266">
                <a:moveTo>
                  <a:pt x="0" y="0"/>
                </a:moveTo>
                <a:lnTo>
                  <a:pt x="4897266" y="0"/>
                </a:lnTo>
                <a:lnTo>
                  <a:pt x="4897266" y="4933144"/>
                </a:lnTo>
                <a:lnTo>
                  <a:pt x="0" y="49331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11298405" y="2047451"/>
            <a:ext cx="3968216" cy="2951324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rcRect l="0" t="0" r="0" b="0"/>
          <a:stretch>
            <a:fillRect/>
          </a:stretch>
        </p:blipFill>
        <p:spPr>
          <a:xfrm flipH="false" flipV="false" rot="0">
            <a:off x="6292941" y="6804661"/>
            <a:ext cx="2621772" cy="2860658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549492" y="5027323"/>
            <a:ext cx="2259147" cy="2198702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rcRect l="0" t="0" r="0" b="0"/>
          <a:stretch>
            <a:fillRect/>
          </a:stretch>
        </p:blipFill>
        <p:spPr>
          <a:xfrm flipH="false" flipV="false" rot="0">
            <a:off x="2808639" y="5605591"/>
            <a:ext cx="1167029" cy="1614634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48225" y="1324137"/>
            <a:ext cx="81415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72FFDD"/>
                </a:solidFill>
                <a:latin typeface="Arimo"/>
                <a:ea typeface="Arimo"/>
                <a:cs typeface="Arimo"/>
                <a:sym typeface="Arimo"/>
              </a:rPr>
              <a:t>&lt;CS2111&gt;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98405" y="6329637"/>
            <a:ext cx="3153179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3"/>
              </a:lnSpc>
              <a:spcBef>
                <a:spcPct val="0"/>
              </a:spcBef>
            </a:pPr>
            <a:r>
              <a:rPr lang="en-US" b="true" sz="2336">
                <a:solidFill>
                  <a:srgbClr val="000000"/>
                </a:solidFill>
                <a:latin typeface="Blinker Bold"/>
                <a:ea typeface="Blinker Bold"/>
                <a:cs typeface="Blinker Bold"/>
                <a:sym typeface="Blinker Bold"/>
              </a:rPr>
              <a:t>A TRULY AMAZING DOCTOR IS RARE TO FIND DIFFICULT TO PART WITH AND IMPOSSIBLE TO FORGET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DAGXyok_xHQ</dc:identifier>
  <dcterms:modified xsi:type="dcterms:W3CDTF">2011-08-01T06:04:30Z</dcterms:modified>
  <cp:revision>1</cp:revision>
  <dc:title>Copy of Web Developer Portfolio by Slidesgo.pptx</dc:title>
</cp:coreProperties>
</file>